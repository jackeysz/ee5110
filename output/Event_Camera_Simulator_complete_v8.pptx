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fe055d76ae84c22" /><Relationship Type="http://schemas.openxmlformats.org/officeDocument/2006/relationships/extended-properties" Target="/docProps/app.xml" Id="R9ad364c8278d4eca" /><Relationship Type="http://schemas.openxmlformats.org/officeDocument/2006/relationships/officeDocument" Target="/ppt/presentation.xml" Id="Ra8c6a2ad199146c5"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f9b3671991a24033"/>
  </p:sldMasterIdLst>
  <p:notesMasterIdLst>
    <p:notesMasterId xmlns:r="http://schemas.openxmlformats.org/officeDocument/2006/relationships" r:id="R286e861f4f894437"/>
  </p:notesMasterIdLst>
  <p:sldIdLst>
    <p:sldId xmlns:r="http://schemas.openxmlformats.org/officeDocument/2006/relationships" id="256" r:id="R5c16f006afc04607"/>
    <p:sldId xmlns:r="http://schemas.openxmlformats.org/officeDocument/2006/relationships" id="257" r:id="Rd3393c3786ea4a1d"/>
    <p:sldId xmlns:r="http://schemas.openxmlformats.org/officeDocument/2006/relationships" id="258" r:id="R28ae6d3134f94d08"/>
    <p:sldId xmlns:r="http://schemas.openxmlformats.org/officeDocument/2006/relationships" id="259" r:id="Re71af1adb8044eee"/>
    <p:sldId xmlns:r="http://schemas.openxmlformats.org/officeDocument/2006/relationships" id="260" r:id="R497998eeb6b5441e"/>
    <p:sldId xmlns:r="http://schemas.openxmlformats.org/officeDocument/2006/relationships" id="261" r:id="Ra157b201e4e54de8"/>
    <p:sldId xmlns:r="http://schemas.openxmlformats.org/officeDocument/2006/relationships" id="262" r:id="R5304352d33fd4cdb"/>
    <p:sldId xmlns:r="http://schemas.openxmlformats.org/officeDocument/2006/relationships" id="263" r:id="Rdbb2ac627aaa4641"/>
    <p:sldId xmlns:r="http://schemas.openxmlformats.org/officeDocument/2006/relationships" id="264" r:id="Rddaefa2a0a194c87"/>
    <p:sldId xmlns:r="http://schemas.openxmlformats.org/officeDocument/2006/relationships" id="265" r:id="R38cb105d99e944d3"/>
    <p:sldId xmlns:r="http://schemas.openxmlformats.org/officeDocument/2006/relationships" id="266" r:id="R869f526dcdba4ec4"/>
    <p:sldId xmlns:r="http://schemas.openxmlformats.org/officeDocument/2006/relationships" id="267" r:id="R20a69abc9f61452e"/>
    <p:sldId xmlns:r="http://schemas.openxmlformats.org/officeDocument/2006/relationships" id="268" r:id="Rda53adb6bfa7465c"/>
    <p:sldId xmlns:r="http://schemas.openxmlformats.org/officeDocument/2006/relationships" id="269" r:id="R1e8d7569c0414299"/>
    <p:sldId xmlns:r="http://schemas.openxmlformats.org/officeDocument/2006/relationships" id="270" r:id="Rf4ee9829ecf7426e"/>
    <p:sldId xmlns:r="http://schemas.openxmlformats.org/officeDocument/2006/relationships" id="271" r:id="R71c0be72a81b4faf"/>
    <p:sldId xmlns:r="http://schemas.openxmlformats.org/officeDocument/2006/relationships" id="272" r:id="R9d3fbecabbc04f9d"/>
    <p:sldId xmlns:r="http://schemas.openxmlformats.org/officeDocument/2006/relationships" id="273" r:id="R5c9cede26af646e5"/>
    <p:sldId xmlns:r="http://schemas.openxmlformats.org/officeDocument/2006/relationships" id="274" r:id="Ra36c9e1090e64d3b"/>
    <p:sldId xmlns:r="http://schemas.openxmlformats.org/officeDocument/2006/relationships" id="275" r:id="R9810f05f6e07443a"/>
    <p:sldId xmlns:r="http://schemas.openxmlformats.org/officeDocument/2006/relationships" id="276" r:id="R402baf54f5314589"/>
  </p:sldIdLst>
  <p:sldSz cx="9144000" cy="6858000"/>
  <p:notesSz cx="6858000" cy="9144000"/>
  <p:embeddedFontLst>
    <p:embeddedFont>
      <p:font typeface="Cambria Math"/>
      <p:regular xmlns:r="http://schemas.openxmlformats.org/officeDocument/2006/relationships" r:id="R0593edffc6c44674"/>
    </p:embeddedFont>
    <p:embeddedFont>
      <p:font typeface="DejaVu Math TeX Gyre"/>
      <p:regular xmlns:r="http://schemas.openxmlformats.org/officeDocument/2006/relationships" r:id="R38b81f2bc9e04abe"/>
    </p:embeddedFont>
    <p:embeddedFont>
      <p:font typeface="Noto Sans SC"/>
      <p:regular xmlns:r="http://schemas.openxmlformats.org/officeDocument/2006/relationships" r:id="Rb1f0f35780654fd5"/>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9a2ed7a220244130" /><Relationship Type="http://schemas.openxmlformats.org/officeDocument/2006/relationships/slideMaster" Target="/ppt/slideMasters/slideMaster1.xml" Id="Rf9b3671991a24033" /><Relationship Type="http://schemas.openxmlformats.org/officeDocument/2006/relationships/notesMaster" Target="/ppt/notesMasters/notesMaster1.xml" Id="R286e861f4f894437" /><Relationship Type="http://schemas.openxmlformats.org/officeDocument/2006/relationships/presProps" Target="/ppt/presProps.xml" Id="Rd93c36c12ff440ec" /><Relationship Type="http://schemas.openxmlformats.org/officeDocument/2006/relationships/viewProps" Target="/ppt/viewProps.xml" Id="R83d258214d1c4306" /><Relationship Type="http://schemas.openxmlformats.org/officeDocument/2006/relationships/tableStyles" Target="/ppt/tableStyles.xml" Id="R403e4b0124e5476c" /><Relationship Type="http://schemas.openxmlformats.org/officeDocument/2006/relationships/font" Target="/ppt/fonts/font.dat" Id="R0593edffc6c44674" /><Relationship Type="http://schemas.openxmlformats.org/officeDocument/2006/relationships/font" Target="/ppt/fonts/font2.dat" Id="R38b81f2bc9e04abe" /><Relationship Type="http://schemas.openxmlformats.org/officeDocument/2006/relationships/font" Target="/ppt/fonts/font3.dat" Id="Rb1f0f35780654fd5" /><Relationship Type="http://schemas.openxmlformats.org/officeDocument/2006/relationships/slide" Target="/ppt/slides/slide1.xml" Id="R5c16f006afc04607" /><Relationship Type="http://schemas.openxmlformats.org/officeDocument/2006/relationships/slide" Target="/ppt/slides/slide2.xml" Id="Rd3393c3786ea4a1d" /><Relationship Type="http://schemas.openxmlformats.org/officeDocument/2006/relationships/slide" Target="/ppt/slides/slide3.xml" Id="R28ae6d3134f94d08" /><Relationship Type="http://schemas.openxmlformats.org/officeDocument/2006/relationships/slide" Target="/ppt/slides/slide4.xml" Id="Re71af1adb8044eee" /><Relationship Type="http://schemas.openxmlformats.org/officeDocument/2006/relationships/slide" Target="/ppt/slides/slide5.xml" Id="R497998eeb6b5441e" /><Relationship Type="http://schemas.openxmlformats.org/officeDocument/2006/relationships/slide" Target="/ppt/slides/slide6.xml" Id="Ra157b201e4e54de8" /><Relationship Type="http://schemas.openxmlformats.org/officeDocument/2006/relationships/slide" Target="/ppt/slides/slide7.xml" Id="R5304352d33fd4cdb" /><Relationship Type="http://schemas.openxmlformats.org/officeDocument/2006/relationships/slide" Target="/ppt/slides/slide8.xml" Id="Rdbb2ac627aaa4641" /><Relationship Type="http://schemas.openxmlformats.org/officeDocument/2006/relationships/slide" Target="/ppt/slides/slide9.xml" Id="Rddaefa2a0a194c87" /><Relationship Type="http://schemas.openxmlformats.org/officeDocument/2006/relationships/slide" Target="/ppt/slides/slide10.xml" Id="R38cb105d99e944d3" /><Relationship Type="http://schemas.openxmlformats.org/officeDocument/2006/relationships/slide" Target="/ppt/slides/slide11.xml" Id="R869f526dcdba4ec4" /><Relationship Type="http://schemas.openxmlformats.org/officeDocument/2006/relationships/slide" Target="/ppt/slides/slide12.xml" Id="R20a69abc9f61452e" /><Relationship Type="http://schemas.openxmlformats.org/officeDocument/2006/relationships/slide" Target="/ppt/slides/slide13.xml" Id="Rda53adb6bfa7465c" /><Relationship Type="http://schemas.openxmlformats.org/officeDocument/2006/relationships/slide" Target="/ppt/slides/slide14.xml" Id="R1e8d7569c0414299" /><Relationship Type="http://schemas.openxmlformats.org/officeDocument/2006/relationships/slide" Target="/ppt/slides/slide15.xml" Id="Rf4ee9829ecf7426e" /><Relationship Type="http://schemas.openxmlformats.org/officeDocument/2006/relationships/slide" Target="/ppt/slides/slide16.xml" Id="R71c0be72a81b4faf" /><Relationship Type="http://schemas.openxmlformats.org/officeDocument/2006/relationships/slide" Target="/ppt/slides/slide17.xml" Id="R9d3fbecabbc04f9d" /><Relationship Type="http://schemas.openxmlformats.org/officeDocument/2006/relationships/slide" Target="/ppt/slides/slide18.xml" Id="R5c9cede26af646e5" /><Relationship Type="http://schemas.openxmlformats.org/officeDocument/2006/relationships/slide" Target="/ppt/slides/slide19.xml" Id="Ra36c9e1090e64d3b" /><Relationship Type="http://schemas.openxmlformats.org/officeDocument/2006/relationships/slide" Target="/ppt/slides/slide20.xml" Id="R9810f05f6e07443a" /><Relationship Type="http://schemas.openxmlformats.org/officeDocument/2006/relationships/slide" Target="/ppt/slides/slide21.xml" Id="R402baf54f531458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9d52d5ae62a41d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195503353d14bdd" /><Relationship Type="http://schemas.openxmlformats.org/officeDocument/2006/relationships/notesMaster" Target="/ppt/notesMasters/notesMaster1.xml" Id="R41788eb9c34e47c2" /></Relationships>
</file>

<file path=ppt/notesSlides/_rels/notesSlide2.xml.rels>&#65279;<?xml version="1.0" encoding="utf-8"?><Relationships xmlns="http://schemas.openxmlformats.org/package/2006/relationships"><Relationship Type="http://schemas.openxmlformats.org/officeDocument/2006/relationships/slide" Target="/ppt/slides/slide2.xml" Id="Rda25ad2fe33947a5" /><Relationship Type="http://schemas.openxmlformats.org/officeDocument/2006/relationships/notesMaster" Target="/ppt/notesMasters/notesMaster1.xml" Id="R7d13a37aaeef48d9" /></Relationships>
</file>

<file path=ppt/notesSlides/_rels/notesSlide3.xml.rels>&#65279;<?xml version="1.0" encoding="utf-8"?><Relationships xmlns="http://schemas.openxmlformats.org/package/2006/relationships"><Relationship Type="http://schemas.openxmlformats.org/officeDocument/2006/relationships/slide" Target="/ppt/slides/slide3.xml" Id="Rd7fc680fa5444a1b" /><Relationship Type="http://schemas.openxmlformats.org/officeDocument/2006/relationships/notesMaster" Target="/ppt/notesMasters/notesMaster1.xml" Id="Rbcd91e20d8b94501" /></Relationships>
</file>

<file path=ppt/notesSlides/_rels/notesSlide4.xml.rels>&#65279;<?xml version="1.0" encoding="utf-8"?><Relationships xmlns="http://schemas.openxmlformats.org/package/2006/relationships"><Relationship Type="http://schemas.openxmlformats.org/officeDocument/2006/relationships/slide" Target="/ppt/slides/slide4.xml" Id="Rf54d33d6850c4152" /><Relationship Type="http://schemas.openxmlformats.org/officeDocument/2006/relationships/notesMaster" Target="/ppt/notesMasters/notesMaster1.xml" Id="Re79a864c0f5c47e0" /></Relationships>
</file>

<file path=ppt/notesSlides/_rels/notesSlide5.xml.rels>&#65279;<?xml version="1.0" encoding="utf-8"?><Relationships xmlns="http://schemas.openxmlformats.org/package/2006/relationships"><Relationship Type="http://schemas.openxmlformats.org/officeDocument/2006/relationships/slide" Target="/ppt/slides/slide5.xml" Id="R0a2af0dc02e147ff" /><Relationship Type="http://schemas.openxmlformats.org/officeDocument/2006/relationships/notesMaster" Target="/ppt/notesMasters/notesMaster1.xml" Id="Rbedef42e903e4bcd" /></Relationships>
</file>

<file path=ppt/notesSlides/_rels/notesSlide6.xml.rels>&#65279;<?xml version="1.0" encoding="utf-8"?><Relationships xmlns="http://schemas.openxmlformats.org/package/2006/relationships"><Relationship Type="http://schemas.openxmlformats.org/officeDocument/2006/relationships/slide" Target="/ppt/slides/slide6.xml" Id="R1de3b78171514c1d" /><Relationship Type="http://schemas.openxmlformats.org/officeDocument/2006/relationships/notesMaster" Target="/ppt/notesMasters/notesMaster1.xml" Id="R1d18ed790f744490" /></Relationships>
</file>

<file path=ppt/notesSlides/_rels/notesSlide7.xml.rels>&#65279;<?xml version="1.0" encoding="utf-8"?><Relationships xmlns="http://schemas.openxmlformats.org/package/2006/relationships"><Relationship Type="http://schemas.openxmlformats.org/officeDocument/2006/relationships/slide" Target="/ppt/slides/slide7.xml" Id="Re7068e9826484aea" /><Relationship Type="http://schemas.openxmlformats.org/officeDocument/2006/relationships/notesMaster" Target="/ppt/notesMasters/notesMaster1.xml" Id="R0d1b027afcb84a72" /></Relationships>
</file>

<file path=ppt/notesSlides/_rels/notesSlide8.xml.rels>&#65279;<?xml version="1.0" encoding="utf-8"?><Relationships xmlns="http://schemas.openxmlformats.org/package/2006/relationships"><Relationship Type="http://schemas.openxmlformats.org/officeDocument/2006/relationships/slide" Target="/ppt/slides/slide8.xml" Id="R1379a5ba71d84a69" /><Relationship Type="http://schemas.openxmlformats.org/officeDocument/2006/relationships/notesMaster" Target="/ppt/notesMasters/notesMaster1.xml" Id="Rf6f528cca853428c" /></Relationships>
</file>

<file path=ppt/notesSlides/_rels/notesSlide9.xml.rels>&#65279;<?xml version="1.0" encoding="utf-8"?><Relationships xmlns="http://schemas.openxmlformats.org/package/2006/relationships"><Relationship Type="http://schemas.openxmlformats.org/officeDocument/2006/relationships/slide" Target="/ppt/slides/slide9.xml" Id="R83905bcf011a4577" /><Relationship Type="http://schemas.openxmlformats.org/officeDocument/2006/relationships/notesMaster" Target="/ppt/notesMasters/notesMaster1.xml" Id="Rd779f1112b87430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f9d84bc896a4fcd" /><Relationship Type="http://schemas.openxmlformats.org/officeDocument/2006/relationships/notesMaster" Target="/ppt/notesMasters/notesMaster1.xml" Id="Raa881cf1d14a4a5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b701a17d94e4cf6" /><Relationship Type="http://schemas.openxmlformats.org/officeDocument/2006/relationships/notesMaster" Target="/ppt/notesMasters/notesMaster1.xml" Id="R6797366d308f4b3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72bd995f67b46a2" /><Relationship Type="http://schemas.openxmlformats.org/officeDocument/2006/relationships/notesMaster" Target="/ppt/notesMasters/notesMaster1.xml" Id="R2716b73d78fe455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a3c038206714ebc" /><Relationship Type="http://schemas.openxmlformats.org/officeDocument/2006/relationships/notesMaster" Target="/ppt/notesMasters/notesMaster1.xml" Id="R1c0914c3c5d3477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fe2f39bdafb44ae" /><Relationship Type="http://schemas.openxmlformats.org/officeDocument/2006/relationships/notesMaster" Target="/ppt/notesMasters/notesMaster1.xml" Id="R2e63e5ae1a19459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13075e142424c56" /><Relationship Type="http://schemas.openxmlformats.org/officeDocument/2006/relationships/notesMaster" Target="/ppt/notesMasters/notesMaster1.xml" Id="R6af36b2560fa470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ff4b4d932194ebd" /><Relationship Type="http://schemas.openxmlformats.org/officeDocument/2006/relationships/notesMaster" Target="/ppt/notesMasters/notesMaster1.xml" Id="R3aad9a76d3ff4ed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6c25d0e27514801" /><Relationship Type="http://schemas.openxmlformats.org/officeDocument/2006/relationships/notesMaster" Target="/ppt/notesMasters/notesMaster1.xml" Id="Rbdecb259ae0946c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5c09fed92764d78" /><Relationship Type="http://schemas.openxmlformats.org/officeDocument/2006/relationships/notesMaster" Target="/ppt/notesMasters/notesMaster1.xml" Id="R8baa13add4b54f0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354ca4da3d94d7e" /><Relationship Type="http://schemas.openxmlformats.org/officeDocument/2006/relationships/notesMaster" Target="/ppt/notesMasters/notesMaster1.xml" Id="Rebbe333edbad4e5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bcb68e67a5c465d" /><Relationship Type="http://schemas.openxmlformats.org/officeDocument/2006/relationships/notesMaster" Target="/ppt/notesMasters/notesMaster1.xml" Id="R719dbfe6a0e1459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4d441dec0384dd7" /><Relationship Type="http://schemas.openxmlformats.org/officeDocument/2006/relationships/notesMaster" Target="/ppt/notesMasters/notesMaster1.xml" Id="R3eae03ce8c3e47b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Hello everyone. Our project is an event camera simulator that converts ordinary video into an asynchronous event stream.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Here's the outline.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the background.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conventional camera records complete frames at fixed intervals, even when most pixels do not change. An event camera operates differently: each pixel responds independently and reports only a significant brightness change. Each event contains a timestamp, pixel coordinates, and polarity. This produces sparse data with high temporal resolution. Our simulator recreates this behavior from standard video, so later modules can process and visualize events without physical event-camera hardware.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I will explain the model and algorithm.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each pixel, we first convert intensity into log space because event cameras respond to relative contrast. The pixel stores the log intensity at its most recent event as a reference. If the change reaches the positive threshold, it generates an ON event. If it reaches the negative threshold, it generates an OFF event. After every event, the reference moves by exactly one threshold step. Therefore, a large intensity change may cross several thresholds and generate multiple events within one frame interval.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complete pipeline starts with high-frame-rate BGR frames. We convert them to normalized grayscale and log intensity. For each pair of frames, vectorized NumPy operations find threshold crossings over the full pixel array. We calculate each timestamp by linear interpolation in log-intensity space, estimating when the signal reached its target threshold between two frame times. This avoids a costly microsecond-by-microsecond scan. The simulator supports separate ON and OFF thresholds and outputs integer microsecond timestamps. To imitate sensor imperfections, I added reproducible per-pixel threshold variation, leak events, and hot pixels using a fixed random seed. Finally, all events are combined and sorted by time, row, column, and polarity.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verified ideal events, multiple crossings, asymmetric thresholds, interpolation, and seeded noise. All twenty-one algorithm tests passed. The vectorized output also matched the scalar reference across thirty random intervals. In one 128-by-128 benchmark, 44,283 events were generated in about eight milliseconds. The resulting event array is ready for video I/O, visualization, and system integration.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Next, I will explain the software architecture and how the modules are integrated into a complete video-to-events workflow.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section explains how the code is organized. Video I/O decodes the source into BGR frames and timestamps. Preprocessing converts the frames to normalized log intensity. EventCameraSimulator then owns the reference image and processes each adjacent frame interval. During reset, ConfiguredNoiseModel initializes fixed ON and OFF threshold maps. For every interval, the simulator calls the vectorized array-crossing kernel, adds optional background events, and sorts the canonical event array. Event I/O saves NPZ or CSV data, while visualization consumes the same event stream independently. This separation keeps the mathematical kernel free from OpenCV and file-system dependencies.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integration layer provides a complete execution path without duplicating algorithm logic. The command-line interface first loads and strictly validates the YAML configuration. It then reads the video, constructs timestamps in seconds, and applies grayscale conversion, normalization, and log transformation. EventCameraSimulator resets its state from the first frame and processes every adjacent interval. The result follows one canonical structured dtype: integer microsecond time, x and y coordinates, and polarity plus or minus one. Event I/O validates this contract before writing NPZ or CSV. The visualization stage can then reload the same events to create the final illustrative video.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shows how we visualize the simulated events. </a:t>
            </a:r>
            <a:endParaRPr/>
          </a:p>
          <a:p xmlns:a="http://schemas.openxmlformats.org/drawingml/2006/main">
            <a:r>
              <a:t>On the left is the original input frame from the video, and in the middle is the corresponding event frame generated by our simulator. </a:t>
            </a:r>
            <a:endParaRPr/>
          </a:p>
          <a:p xmlns:a="http://schemas.openxmlformats.org/drawingml/2006/main">
            <a:r>
              <a:t>Red pixels represent ON events, which are triggered by an increase in brightness, while blue pixels represent OFF events, which are triggered by a decrease in brightness. </a:t>
            </a:r>
            <a:endParaRPr/>
          </a:p>
          <a:p xmlns:a="http://schemas.openxmlformats.org/drawingml/2006/main">
            <a:r>
              <a:t>On the right, we overlay the events on the original frame, so it is easier to see where the events are generated. </a:t>
            </a:r>
            <a:endParaRPr/>
          </a:p>
          <a:p xmlns:a="http://schemas.openxmlformats.org/drawingml/2006/main">
            <a:r>
              <a:t>We can observe that most events appear around the moving object and along image edges, where the brightness changes more significantly. </a:t>
            </a:r>
            <a:endParaRPr/>
          </a:p>
          <a:p xmlns:a="http://schemas.openxmlformats.org/drawingml/2006/main">
            <a:r>
              <a:t>During playback, these three views are synchronized, so we can directly compare the input, event frame, and overlay result frame by frame.</a:t>
            </a:r>
            <a:endParaRP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browser interface brings the complete workflow into one page. Users upload an MP4 video, tune ON and OFF thresholds and processing parameters, and run the simulation without a local setup. The summary cards report total events, ON and OFF event counts, and event rate. The page synchronizes the input frame, red and blue event frame, and overlay during playback. It also provides previous, pause, next, speed, clear, and overlay-video export controls. The deployed interface is available at https://jackeysz.github.io/EE5110.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move to Section 5, Verification. First is our test setup. We have two core test objectives. One is functionality check, the other is validating the end‑to‑end pipeline of our software simulator. We use five standardized synthetic test scenarios for our experiments.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Next is our parameter‑sweep setup. We systematically change three core variables: threshold, input FPS and noise level. We divide our tests into two groups. Group one tests threshold sensitivity. Group two evaluates FPS and noise robustness. We also use a dedicated metrics.py script to calculate event count and runtime statistics, to make our test results repeatable.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let’s look at the first group of results for threshold analysis. From the graph at the top, we can see an inverse relationship. As threshold increases from 0.1 to 0.5, total event count drops significantly. When the threshold goes above 0.4, the decline slows down and results tend to saturate. The plot at the bottom shows processing throughput. Here, processing FPS means input frames processed per second by our simulator. It maintains a high value above 1600, which proves real‑time simulation capability. Besides, our constant‑brightness test outputs zero events, which matches our expectation.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Next we </a:t>
            </a:r>
            <a:r>
              <a:t>analyse</a:t>
            </a:r>
            <a:r>
              <a:t> the influence of FPS and noise. On the top graph, under ideal noise‑free conditions, changing input frame rate hardly affects total event count. The number stays stable around 6000. From the bar chart on the bottom, we compare ideal and noisy inputs at 30 FPS. After adding sensor noise, total event count rises by about 22.5 percent. Please note this percentage result is only valid under the 30‑FPS test condition.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Then we check our visualization output. Red represents ON events and blue represents OFF events. For the moving‑bar test case, the output </a:t>
            </a:r>
            <a:r>
              <a:t>colour</a:t>
            </a:r>
            <a:r>
              <a:t> matches expected event polarity. This confirms our event generation logic is correct.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 used for the event-camera model, simulation design, and noise assumptions:</a:t>
            </a:r>
            <a:endParaRPr/>
          </a:p>
          <a:p xmlns:a="http://schemas.openxmlformats.org/drawingml/2006/main">
            <a:r>
              <a:t>[1] https://doi.org/10.1109/TPAMI.2020.3008413</a:t>
            </a:r>
            <a:endParaRPr/>
          </a:p>
          <a:p xmlns:a="http://schemas.openxmlformats.org/drawingml/2006/main">
            <a:r>
              <a:t>[2] https://doi.org/10.1109/JSSC.2007.914337</a:t>
            </a:r>
            <a:endParaRPr/>
          </a:p>
          <a:p xmlns:a="http://schemas.openxmlformats.org/drawingml/2006/main">
            <a:r>
              <a:t>[3] https://doi.org/10.1177/0278364917691115</a:t>
            </a:r>
            <a:endParaRPr/>
          </a:p>
          <a:p xmlns:a="http://schemas.openxmlformats.org/drawingml/2006/main">
            <a:r>
              <a:t>[4] https://proceedings.mlr.press/v87/rebecq18a.html</a:t>
            </a:r>
            <a:endParaRPr/>
          </a:p>
          <a:p xmlns:a="http://schemas.openxmlformats.org/drawingml/2006/main">
            <a:r>
              <a:t>[5] https://doi.org/10.1109/CVPRW53098.2021.00144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cf74293ee364fe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1b7a03dc2fe49e0" /><Relationship Type="http://schemas.openxmlformats.org/officeDocument/2006/relationships/slideLayout" Target="/ppt/slideLayouts/slideLayout1.xml" Id="R64aa3f8c8f524dfa"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4aa3f8c8f524df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3d454c1b9944b62" /><Relationship Type="http://schemas.openxmlformats.org/officeDocument/2006/relationships/notesSlide" Target="/ppt/notesSlides/notesSlide1.xml" Id="Rcbd360602d5344c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9b2ac35d5ad402b" /><Relationship Type="http://schemas.openxmlformats.org/officeDocument/2006/relationships/notesSlide" Target="/ppt/notesSlides/notesSlide2.xml" Id="Rdff5a69d29c7438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0e8092a9d0947ca" /><Relationship Type="http://schemas.openxmlformats.org/officeDocument/2006/relationships/notesSlide" Target="/ppt/notesSlides/notesSlide3.xml" Id="R22dc13685725480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0a3b6926d89429b" /><Relationship Type="http://schemas.openxmlformats.org/officeDocument/2006/relationships/notesSlide" Target="/ppt/notesSlides/notesSlide4.xml" Id="R5dc0b0e631f24c4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2df7398adad4053" /><Relationship Type="http://schemas.openxmlformats.org/officeDocument/2006/relationships/notesSlide" Target="/ppt/notesSlides/notesSlide5.xml" Id="Redf4e3cad1e648b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6eda30542a44828" /><Relationship Type="http://schemas.openxmlformats.org/officeDocument/2006/relationships/notesSlide" Target="/ppt/notesSlides/notesSlide6.xml" Id="Rea842b8511da42b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49106f541d8422a" /><Relationship Type="http://schemas.openxmlformats.org/officeDocument/2006/relationships/notesSlide" Target="/ppt/notesSlides/notesSlide7.xml" Id="Rf41a18b9fe69411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7438317484e4213" /><Relationship Type="http://schemas.openxmlformats.org/officeDocument/2006/relationships/notesSlide" Target="/ppt/notesSlides/notesSlide8.xml" Id="R72f5bdc39fb445e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51d58c46e3f4a57" /><Relationship Type="http://schemas.openxmlformats.org/officeDocument/2006/relationships/notesSlide" Target="/ppt/notesSlides/notesSlide9.xml" Id="R77405dcc5d8c466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f42bb7070024b44" /><Relationship Type="http://schemas.openxmlformats.org/officeDocument/2006/relationships/notesSlide" Target="/ppt/notesSlides/notesSlide10.xml" Id="Rc104cf57258748e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51acf3d1a9643db" /><Relationship Type="http://schemas.openxmlformats.org/officeDocument/2006/relationships/notesSlide" Target="/ppt/notesSlides/notesSlide11.xml" Id="R8195433f93c24c0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79762d0f9514f77" /><Relationship Type="http://schemas.openxmlformats.org/officeDocument/2006/relationships/notesSlide" Target="/ppt/notesSlides/notesSlide12.xml" Id="R8794a76bf272498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865179d0f374258" /><Relationship Type="http://schemas.openxmlformats.org/officeDocument/2006/relationships/image" Target="/ppt/media/image.png" Id="Rbb32ca8b583d48e6" /><Relationship Type="http://schemas.openxmlformats.org/officeDocument/2006/relationships/image" Target="/ppt/media/image2.png" Id="R1abb9f03b1a043a4" /><Relationship Type="http://schemas.openxmlformats.org/officeDocument/2006/relationships/image" Target="/ppt/media/image3.png" Id="Rb70096c51f084b47" /><Relationship Type="http://schemas.openxmlformats.org/officeDocument/2006/relationships/notesSlide" Target="/ppt/notesSlides/notesSlide13.xml" Id="R287f49f32212423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d6435a53aa844ec" /><Relationship Type="http://schemas.openxmlformats.org/officeDocument/2006/relationships/image" Target="/ppt/media/image4.png" Id="Rb17815a954674093" /><Relationship Type="http://schemas.openxmlformats.org/officeDocument/2006/relationships/notesSlide" Target="/ppt/notesSlides/notesSlide14.xml" Id="Ree3af76af1e147c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01880ca728d440f" /><Relationship Type="http://schemas.openxmlformats.org/officeDocument/2006/relationships/notesSlide" Target="/ppt/notesSlides/notesSlide15.xml" Id="R80b4156446404b2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4d398f3966848ab" /><Relationship Type="http://schemas.openxmlformats.org/officeDocument/2006/relationships/image" Target="/ppt/media/image.svg" Id="R71b171f6dc7b4946" /><Relationship Type="http://schemas.openxmlformats.org/officeDocument/2006/relationships/image" Target="/ppt/media/image.png" Id="Rc497dab4ebde43cc" /><Relationship Type="http://schemas.openxmlformats.org/officeDocument/2006/relationships/image" Target="/ppt/media/image2.svg" Id="Red4b2dec1f5f4be4" /><Relationship Type="http://schemas.openxmlformats.org/officeDocument/2006/relationships/image" Target="/ppt/media/image2.png" Id="R539b0defdb314a8e" /><Relationship Type="http://schemas.openxmlformats.org/officeDocument/2006/relationships/notesSlide" Target="/ppt/notesSlides/notesSlide16.xml" Id="Ra688611d36ef451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c5bf8a6d6f74c9d" /><Relationship Type="http://schemas.openxmlformats.org/officeDocument/2006/relationships/image" Target="/ppt/media/image.png" Id="Ra01995b02a81436e" /><Relationship Type="http://schemas.openxmlformats.org/officeDocument/2006/relationships/image" Target="/ppt/media/image.svg" Id="R14d436aa6e464a7f" /><Relationship Type="http://schemas.openxmlformats.org/officeDocument/2006/relationships/image" Target="/ppt/media/image3.svg" Id="R2f57953d99834098" /><Relationship Type="http://schemas.openxmlformats.org/officeDocument/2006/relationships/image" Target="/ppt/media/image3.png" Id="R5133cdc1fe8147a6" /><Relationship Type="http://schemas.openxmlformats.org/officeDocument/2006/relationships/image" Target="/ppt/media/image5.png" Id="Rc56b7be15ec94f79" /><Relationship Type="http://schemas.openxmlformats.org/officeDocument/2006/relationships/image" Target="/ppt/media/image4.svg" Id="R361a49e8385b44ba" /><Relationship Type="http://schemas.openxmlformats.org/officeDocument/2006/relationships/image" Target="/ppt/media/image6.png" Id="Rab327253a98f4e98" /><Relationship Type="http://schemas.openxmlformats.org/officeDocument/2006/relationships/image" Target="/ppt/media/image5.svg" Id="R10a12cebbb674c76" /><Relationship Type="http://schemas.openxmlformats.org/officeDocument/2006/relationships/notesSlide" Target="/ppt/notesSlides/notesSlide17.xml" Id="R09c99b6ed7ad403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ab63b08b6b74110" /><Relationship Type="http://schemas.openxmlformats.org/officeDocument/2006/relationships/image" Target="/ppt/media/image7.png" Id="Rc6389894918448d6" /><Relationship Type="http://schemas.openxmlformats.org/officeDocument/2006/relationships/image" Target="/ppt/media/image8.png" Id="Rf08d7cf8501f40dc" /><Relationship Type="http://schemas.openxmlformats.org/officeDocument/2006/relationships/image" Target="/ppt/media/image6.svg" Id="R71fc066c74b34dc1" /><Relationship Type="http://schemas.openxmlformats.org/officeDocument/2006/relationships/image" Target="/ppt/media/image7.svg" Id="R1e7fbfa36af441e3" /><Relationship Type="http://schemas.openxmlformats.org/officeDocument/2006/relationships/notesSlide" Target="/ppt/notesSlides/notesSlide18.xml" Id="R9073089a3f61402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e611417eddb4a1e" /><Relationship Type="http://schemas.openxmlformats.org/officeDocument/2006/relationships/image" Target="/ppt/media/image9.png" Id="R7a2c76cfb30d4714" /><Relationship Type="http://schemas.openxmlformats.org/officeDocument/2006/relationships/image" Target="/ppt/media/image10.png" Id="R55e8e31d9cc64567" /><Relationship Type="http://schemas.openxmlformats.org/officeDocument/2006/relationships/image" Target="/ppt/media/image8.svg" Id="R5c03b9284a764692" /><Relationship Type="http://schemas.openxmlformats.org/officeDocument/2006/relationships/image" Target="/ppt/media/image9.svg" Id="Rfd6e9a03f8d24f96" /><Relationship Type="http://schemas.openxmlformats.org/officeDocument/2006/relationships/notesSlide" Target="/ppt/notesSlides/notesSlide19.xml" Id="R8449a0fe3f5c46f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72671429b3a47e3" /><Relationship Type="http://schemas.openxmlformats.org/officeDocument/2006/relationships/image" Target="/ppt/media/image11.png" Id="R345321d7408542a5" /><Relationship Type="http://schemas.openxmlformats.org/officeDocument/2006/relationships/notesSlide" Target="/ppt/notesSlides/notesSlide20.xml" Id="Rdfebaa961f1f4e0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3218a700082486a" /><Relationship Type="http://schemas.openxmlformats.org/officeDocument/2006/relationships/notesSlide" Target="/ppt/notesSlides/notesSlide21.xml" Id="Re20d8b295106434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le-band">
            <a:extLst xmlns:a="http://schemas.openxmlformats.org/drawingml/2006/main">
              <a:ext uri="{FF2B5EF4-FFF2-40B4-BE49-F238E27FC236}">
                <a16:creationId xmlns:a16="http://schemas.microsoft.com/office/drawing/2014/main" id="{D5A89BB9-5C30-42FE-86DA-DCAFFD16A026}"/>
              </a:ext>
            </a:extLst>
          </p:cNvPr>
          <p:cNvSpPr>
            <a:spLocks xmlns:a="http://schemas.openxmlformats.org/drawingml/2006/main" noGrp="1"/>
          </p:cNvSpPr>
          <p:nvPr/>
        </p:nvSpPr>
        <p:spPr>
          <a:xfrm xmlns:a="http://schemas.openxmlformats.org/drawingml/2006/main">
            <a:off x="0" y="0"/>
            <a:ext cx="9144000" cy="838200"/>
          </a:xfrm>
          <a:prstGeom xmlns:a="http://schemas.openxmlformats.org/drawingml/2006/main" prst="rect">
            <a:avLst/>
          </a:prstGeom>
          <a:solidFill xmlns:a="http://schemas.openxmlformats.org/drawingml/2006/main">
            <a:srgbClr val="F0F0F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矩形 3">
            <a:extLst xmlns:a="http://schemas.openxmlformats.org/drawingml/2006/main">
              <a:ext uri="{FF2B5EF4-FFF2-40B4-BE49-F238E27FC236}">
                <a16:creationId xmlns:a16="http://schemas.microsoft.com/office/drawing/2014/main" id="{081D5142-8332-44B3-8E8A-2ED64CA5ED57}"/>
              </a:ext>
            </a:extLst>
          </p:cNvPr>
          <p:cNvSpPr>
            <a:spLocks xmlns:a="http://schemas.openxmlformats.org/drawingml/2006/main" noGrp="1"/>
          </p:cNvSpPr>
          <p:nvPr/>
        </p:nvSpPr>
        <p:spPr>
          <a:xfrm xmlns:a="http://schemas.openxmlformats.org/drawingml/2006/main">
            <a:off x="666750" y="1981200"/>
            <a:ext cx="781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4050" b="1" i="0">
                <a:solidFill>
                  <a:srgbClr val="074B82"/>
                </a:solidFill>
                <a:latin typeface="Arial"/>
                <a:ea typeface="Arial"/>
                <a:cs typeface="Arial"/>
              </a:defRPr>
            </a:pPr>
            <a:r>
              <a:rPr sz="4050" b="1" i="0">
                <a:solidFill>
                  <a:srgbClr val="074B82"/>
                </a:solidFill>
                <a:latin typeface="Arial"/>
                <a:ea typeface="Arial"/>
                <a:cs typeface="Arial"/>
              </a:rPr>
              <a:t>Event Camera Simulator</a:t>
            </a:r>
            <a:endParaRPr sz="4050" b="1" i="0">
              <a:solidFill>
                <a:srgbClr val="074B82"/>
              </a:solidFill>
              <a:latin typeface="Arial"/>
              <a:ea typeface="Arial"/>
              <a:cs typeface="Arial"/>
            </a:endParaRPr>
          </a:p>
        </p:txBody>
      </p:sp>
      <p:sp>
        <p:nvSpPr>
          <p:cNvPr id="5" name="cover-accent">
            <a:extLst xmlns:a="http://schemas.openxmlformats.org/drawingml/2006/main">
              <a:ext uri="{FF2B5EF4-FFF2-40B4-BE49-F238E27FC236}">
                <a16:creationId xmlns:a16="http://schemas.microsoft.com/office/drawing/2014/main" id="{3BFB3718-12E9-49CB-BF6D-F30C78E533F6}"/>
              </a:ext>
            </a:extLst>
          </p:cNvPr>
          <p:cNvSpPr>
            <a:spLocks xmlns:a="http://schemas.openxmlformats.org/drawingml/2006/main" noGrp="1"/>
          </p:cNvSpPr>
          <p:nvPr/>
        </p:nvSpPr>
        <p:spPr>
          <a:xfrm xmlns:a="http://schemas.openxmlformats.org/drawingml/2006/main">
            <a:off x="2543175" y="3076575"/>
            <a:ext cx="4057650" cy="47625"/>
          </a:xfrm>
          <a:prstGeom xmlns:a="http://schemas.openxmlformats.org/drawingml/2006/main" prst="rect">
            <a:avLst/>
          </a:prstGeom>
          <a:solidFill xmlns:a="http://schemas.openxmlformats.org/drawingml/2006/main">
            <a:srgbClr val="C8180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 name="矩形 5">
            <a:extLst xmlns:a="http://schemas.openxmlformats.org/drawingml/2006/main">
              <a:ext uri="{FF2B5EF4-FFF2-40B4-BE49-F238E27FC236}">
                <a16:creationId xmlns:a16="http://schemas.microsoft.com/office/drawing/2014/main" id="{05042239-B70F-4BEA-832F-55F3072F7CAE}"/>
              </a:ext>
            </a:extLst>
          </p:cNvPr>
          <p:cNvSpPr>
            <a:spLocks xmlns:a="http://schemas.openxmlformats.org/drawingml/2006/main" noGrp="1"/>
          </p:cNvSpPr>
          <p:nvPr/>
        </p:nvSpPr>
        <p:spPr>
          <a:xfrm xmlns:a="http://schemas.openxmlformats.org/drawingml/2006/main">
            <a:off x="1143000" y="3333750"/>
            <a:ext cx="685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2025" b="0" i="0">
                <a:solidFill>
                  <a:srgbClr val="555555"/>
                </a:solidFill>
                <a:latin typeface="Arial"/>
                <a:ea typeface="Arial"/>
                <a:cs typeface="Arial"/>
              </a:defRPr>
            </a:pPr>
            <a:r>
              <a:rPr sz="2025" b="0" i="0">
                <a:solidFill>
                  <a:srgbClr val="555555"/>
                </a:solidFill>
                <a:latin typeface="Arial"/>
                <a:ea typeface="Arial"/>
                <a:cs typeface="Arial"/>
              </a:rPr>
              <a:t>From high-frame-rate video to asynchronous events</a:t>
            </a:r>
            <a:endParaRPr sz="2025" b="0" i="0">
              <a:solidFill>
                <a:srgbClr val="555555"/>
              </a:solidFill>
              <a:latin typeface="Arial"/>
              <a:ea typeface="Arial"/>
              <a:cs typeface="Arial"/>
            </a:endParaRPr>
          </a:p>
        </p:txBody>
      </p:sp>
      <p:sp>
        <p:nvSpPr>
          <p:cNvPr id="7" name="矩形 6">
            <a:extLst xmlns:a="http://schemas.openxmlformats.org/drawingml/2006/main">
              <a:ext uri="{FF2B5EF4-FFF2-40B4-BE49-F238E27FC236}">
                <a16:creationId xmlns:a16="http://schemas.microsoft.com/office/drawing/2014/main" id="{436ABCB6-0329-4F31-BAB2-C2D53FDB9EA7}"/>
              </a:ext>
            </a:extLst>
          </p:cNvPr>
          <p:cNvSpPr>
            <a:spLocks xmlns:a="http://schemas.openxmlformats.org/drawingml/2006/main" noGrp="1"/>
          </p:cNvSpPr>
          <p:nvPr/>
        </p:nvSpPr>
        <p:spPr>
          <a:xfrm xmlns:a="http://schemas.openxmlformats.org/drawingml/2006/main">
            <a:off x="2381250" y="4362450"/>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650" b="1" i="0">
                <a:solidFill>
                  <a:srgbClr val="C8180A"/>
                </a:solidFill>
                <a:latin typeface="Arial"/>
                <a:ea typeface="Arial"/>
                <a:cs typeface="Arial"/>
              </a:defRPr>
            </a:pPr>
            <a:r>
              <a:rPr sz="1650" b="1" i="0">
                <a:solidFill>
                  <a:srgbClr val="C8180A"/>
                </a:solidFill>
                <a:latin typeface="Arial"/>
                <a:ea typeface="Arial"/>
                <a:cs typeface="Arial"/>
              </a:rPr>
              <a:t>Group</a:t>
            </a:r>
            <a:r>
              <a:rPr sz="1650" b="1" i="0">
                <a:solidFill>
                  <a:srgbClr val="C8180A"/>
                </a:solidFill>
                <a:latin typeface="Arial"/>
                <a:ea typeface="Arial"/>
                <a:cs typeface="Arial"/>
              </a:rPr>
              <a:t> </a:t>
            </a:r>
            <a:r>
              <a:rPr sz="1650" b="1" i="0">
                <a:solidFill>
                  <a:srgbClr val="C8180A"/>
                </a:solidFill>
                <a:latin typeface="Arial"/>
                <a:ea typeface="Arial"/>
                <a:cs typeface="Arial"/>
              </a:rPr>
              <a:t>13</a:t>
            </a:r>
            <a:endParaRPr sz="1650" b="1" i="0">
              <a:solidFill>
                <a:srgbClr val="C8180A"/>
              </a:solidFill>
              <a:latin typeface="Arial"/>
              <a:ea typeface="Arial"/>
              <a:cs typeface="Arial"/>
            </a:endParaRPr>
          </a:p>
        </p:txBody>
      </p:sp>
      <p:sp>
        <p:nvSpPr>
          <p:cNvPr id="9" name="footer-left">
            <a:extLst xmlns:a="http://schemas.openxmlformats.org/drawingml/2006/main">
              <a:ext uri="{FF2B5EF4-FFF2-40B4-BE49-F238E27FC236}">
                <a16:creationId xmlns:a16="http://schemas.microsoft.com/office/drawing/2014/main" id="{377DF261-5B9F-41E6-AE31-FCEB70CA3B01}"/>
              </a:ext>
            </a:extLst>
          </p:cNvPr>
          <p:cNvSpPr>
            <a:spLocks xmlns:a="http://schemas.openxmlformats.org/drawingml/2006/main" noGrp="1"/>
          </p:cNvSpPr>
          <p:nvPr/>
        </p:nvSpPr>
        <p:spPr>
          <a:xfrm xmlns:a="http://schemas.openxmlformats.org/drawingml/2006/main">
            <a:off x="0" y="6629400"/>
            <a:ext cx="3048000" cy="228600"/>
          </a:xfrm>
          <a:prstGeom xmlns:a="http://schemas.openxmlformats.org/drawingml/2006/main" prst="rect">
            <a:avLst/>
          </a:prstGeom>
          <a:solidFill xmlns:a="http://schemas.openxmlformats.org/drawingml/2006/main">
            <a:srgbClr val="C4C5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0" name="footer-center">
            <a:extLst xmlns:a="http://schemas.openxmlformats.org/drawingml/2006/main">
              <a:ext uri="{FF2B5EF4-FFF2-40B4-BE49-F238E27FC236}">
                <a16:creationId xmlns:a16="http://schemas.microsoft.com/office/drawing/2014/main" id="{E32159A9-EFBB-44AB-97D0-56DAAE2E4263}"/>
              </a:ext>
            </a:extLst>
          </p:cNvPr>
          <p:cNvSpPr>
            <a:spLocks xmlns:a="http://schemas.openxmlformats.org/drawingml/2006/main" noGrp="1"/>
          </p:cNvSpPr>
          <p:nvPr/>
        </p:nvSpPr>
        <p:spPr>
          <a:xfrm xmlns:a="http://schemas.openxmlformats.org/drawingml/2006/main">
            <a:off x="3048000" y="6629400"/>
            <a:ext cx="3048000" cy="228600"/>
          </a:xfrm>
          <a:prstGeom xmlns:a="http://schemas.openxmlformats.org/drawingml/2006/main" prst="rect">
            <a:avLst/>
          </a:prstGeom>
          <a:solidFill xmlns:a="http://schemas.openxmlformats.org/drawingml/2006/main">
            <a:srgbClr val="B8BBD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1" name="footer-right">
            <a:extLst xmlns:a="http://schemas.openxmlformats.org/drawingml/2006/main">
              <a:ext uri="{FF2B5EF4-FFF2-40B4-BE49-F238E27FC236}">
                <a16:creationId xmlns:a16="http://schemas.microsoft.com/office/drawing/2014/main" id="{EA2610C9-6D0E-4877-B099-089961079A5E}"/>
              </a:ext>
            </a:extLst>
          </p:cNvPr>
          <p:cNvSpPr>
            <a:spLocks xmlns:a="http://schemas.openxmlformats.org/drawingml/2006/main" noGrp="1"/>
          </p:cNvSpPr>
          <p:nvPr/>
        </p:nvSpPr>
        <p:spPr>
          <a:xfrm xmlns:a="http://schemas.openxmlformats.org/drawingml/2006/main">
            <a:off x="6096000" y="6629400"/>
            <a:ext cx="2476500" cy="228600"/>
          </a:xfrm>
          <a:prstGeom xmlns:a="http://schemas.openxmlformats.org/drawingml/2006/main" prst="rect">
            <a:avLst/>
          </a:prstGeom>
          <a:solidFill xmlns:a="http://schemas.openxmlformats.org/drawingml/2006/main">
            <a:srgbClr val="C4C5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2" name="footer-page">
            <a:extLst xmlns:a="http://schemas.openxmlformats.org/drawingml/2006/main">
              <a:ext uri="{FF2B5EF4-FFF2-40B4-BE49-F238E27FC236}">
                <a16:creationId xmlns:a16="http://schemas.microsoft.com/office/drawing/2014/main" id="{BB8CF4A3-EDDA-4CF4-A1E8-8F9665C2E853}"/>
              </a:ext>
            </a:extLst>
          </p:cNvPr>
          <p:cNvSpPr>
            <a:spLocks xmlns:a="http://schemas.openxmlformats.org/drawingml/2006/main" noGrp="1"/>
          </p:cNvSpPr>
          <p:nvPr/>
        </p:nvSpPr>
        <p:spPr>
          <a:xfrm xmlns:a="http://schemas.openxmlformats.org/drawingml/2006/main">
            <a:off x="8572500" y="6629400"/>
            <a:ext cx="571500" cy="228600"/>
          </a:xfrm>
          <a:prstGeom xmlns:a="http://schemas.openxmlformats.org/drawingml/2006/main" prst="rect">
            <a:avLst/>
          </a:prstGeom>
          <a:solidFill xmlns:a="http://schemas.openxmlformats.org/drawingml/2006/main">
            <a:srgbClr val="B8BBD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4" name="矩形 13">
            <a:extLst xmlns:a="http://schemas.openxmlformats.org/drawingml/2006/main">
              <a:ext uri="{FF2B5EF4-FFF2-40B4-BE49-F238E27FC236}">
                <a16:creationId xmlns:a16="http://schemas.microsoft.com/office/drawing/2014/main" id="{791B4E13-8A00-413B-952C-38333A6F0E5C}"/>
              </a:ext>
            </a:extLst>
          </p:cNvPr>
          <p:cNvSpPr>
            <a:spLocks xmlns:a="http://schemas.openxmlformats.org/drawingml/2006/main" noGrp="1"/>
          </p:cNvSpPr>
          <p:nvPr/>
        </p:nvSpPr>
        <p:spPr>
          <a:xfrm xmlns:a="http://schemas.openxmlformats.org/drawingml/2006/main">
            <a:off x="3810000" y="66294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EE5110/EE6110</a:t>
            </a:r>
            <a:endParaRPr sz="1050" b="0" i="0">
              <a:solidFill>
                <a:srgbClr val="242424"/>
              </a:solidFill>
              <a:latin typeface="Arial"/>
              <a:ea typeface="Arial"/>
              <a:cs typeface="Arial"/>
            </a:endParaRPr>
          </a:p>
        </p:txBody>
      </p:sp>
      <p:sp>
        <p:nvSpPr>
          <p:cNvPr id="15" name="矩形 14">
            <a:extLst xmlns:a="http://schemas.openxmlformats.org/drawingml/2006/main">
              <a:ext uri="{FF2B5EF4-FFF2-40B4-BE49-F238E27FC236}">
                <a16:creationId xmlns:a16="http://schemas.microsoft.com/office/drawing/2014/main" id="{07C0E062-B154-474A-B861-9EC2841293ED}"/>
              </a:ext>
            </a:extLst>
          </p:cNvPr>
          <p:cNvSpPr>
            <a:spLocks xmlns:a="http://schemas.openxmlformats.org/drawingml/2006/main" noGrp="1"/>
          </p:cNvSpPr>
          <p:nvPr/>
        </p:nvSpPr>
        <p:spPr>
          <a:xfrm xmlns:a="http://schemas.openxmlformats.org/drawingml/2006/main">
            <a:off x="6572250" y="66294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975" b="0" i="0">
                <a:solidFill>
                  <a:srgbClr val="242424"/>
                </a:solidFill>
                <a:latin typeface="Arial"/>
                <a:ea typeface="Arial"/>
                <a:cs typeface="Arial"/>
              </a:defRPr>
            </a:pPr>
            <a:r>
              <a:rPr sz="975" b="0" i="0">
                <a:solidFill>
                  <a:srgbClr val="242424"/>
                </a:solidFill>
                <a:latin typeface="Arial"/>
                <a:ea typeface="Arial"/>
                <a:cs typeface="Arial"/>
              </a:rPr>
              <a:t>Event Camera Simulator</a:t>
            </a:r>
            <a:endParaRPr sz="975" b="0" i="0">
              <a:solidFill>
                <a:srgbClr val="242424"/>
              </a:solidFill>
              <a:latin typeface="Arial"/>
              <a:ea typeface="Arial"/>
              <a:cs typeface="Arial"/>
            </a:endParaRPr>
          </a:p>
        </p:txBody>
      </p:sp>
      <p:sp>
        <p:nvSpPr>
          <p:cNvPr id="16" name="page-number">
            <a:extLst xmlns:a="http://schemas.openxmlformats.org/drawingml/2006/main">
              <a:ext uri="{FF2B5EF4-FFF2-40B4-BE49-F238E27FC236}">
                <a16:creationId xmlns:a16="http://schemas.microsoft.com/office/drawing/2014/main" id="{9D6C7D40-710C-4FF6-8804-275160FA2745}"/>
              </a:ext>
            </a:extLst>
          </p:cNvPr>
          <p:cNvSpPr>
            <a:spLocks xmlns:a="http://schemas.openxmlformats.org/drawingml/2006/main" noGrp="1"/>
          </p:cNvSpPr>
          <p:nvPr/>
        </p:nvSpPr>
        <p:spPr>
          <a:xfrm xmlns:a="http://schemas.openxmlformats.org/drawingml/2006/main">
            <a:off x="8677275" y="66294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1</a:t>
            </a:r>
            <a:endParaRPr sz="1050" b="0" i="0">
              <a:solidFill>
                <a:srgbClr val="242424"/>
              </a:solidFill>
              <a:latin typeface="Arial"/>
              <a:ea typeface="Arial"/>
              <a:cs typeface="Arial"/>
            </a:endParaRPr>
          </a:p>
        </p:txBody>
      </p:sp>
    </p:spTree>
    <p:extLst>
      <p:ext uri="{BB962C8B-B14F-4D97-AF65-F5344CB8AC3E}">
        <p14:creationId xmlns:p14="http://schemas.microsoft.com/office/powerpoint/2010/main" val="136559498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title-band">
            <a:extLst xmlns:a="http://schemas.openxmlformats.org/drawingml/2006/main">
              <a:ext uri="{FF2B5EF4-FFF2-40B4-BE49-F238E27FC236}">
                <a16:creationId xmlns:a16="http://schemas.microsoft.com/office/drawing/2014/main" id="{FA899645-7CD8-436B-AAB5-F1D14EE19800}"/>
              </a:ext>
            </a:extLst>
          </p:cNvPr>
          <p:cNvSpPr>
            <a:spLocks xmlns:a="http://schemas.openxmlformats.org/drawingml/2006/main" noGrp="1"/>
          </p:cNvSpPr>
          <p:nvPr/>
        </p:nvSpPr>
        <p:spPr>
          <a:xfrm xmlns:a="http://schemas.openxmlformats.org/drawingml/2006/main">
            <a:off x="0" y="0"/>
            <a:ext cx="9144000" cy="838200"/>
          </a:xfrm>
          <a:prstGeom xmlns:a="http://schemas.openxmlformats.org/drawingml/2006/main" prst="rect">
            <a:avLst/>
          </a:prstGeom>
          <a:solidFill xmlns:a="http://schemas.openxmlformats.org/drawingml/2006/main">
            <a:srgbClr val="F0F0F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slide-title">
            <a:extLst xmlns:a="http://schemas.openxmlformats.org/drawingml/2006/main">
              <a:ext uri="{FF2B5EF4-FFF2-40B4-BE49-F238E27FC236}">
                <a16:creationId xmlns:a16="http://schemas.microsoft.com/office/drawing/2014/main" id="{500322A4-F014-42F2-B860-2D645828D761}"/>
              </a:ext>
            </a:extLst>
          </p:cNvPr>
          <p:cNvSpPr>
            <a:spLocks xmlns:a="http://schemas.openxmlformats.org/drawingml/2006/main" noGrp="1"/>
          </p:cNvSpPr>
          <p:nvPr/>
        </p:nvSpPr>
        <p:spPr>
          <a:xfrm xmlns:a="http://schemas.openxmlformats.org/drawingml/2006/main">
            <a:off x="323850" y="133350"/>
            <a:ext cx="7429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2550" b="0" i="0">
                <a:solidFill>
                  <a:srgbClr val="074B82"/>
                </a:solidFill>
                <a:latin typeface="Arial"/>
                <a:ea typeface="Arial"/>
                <a:cs typeface="Arial"/>
              </a:defRPr>
            </a:pPr>
            <a:r>
              <a:rPr sz="2550" b="0" i="0">
                <a:solidFill>
                  <a:srgbClr val="074B82"/>
                </a:solidFill>
                <a:latin typeface="Arial"/>
                <a:ea typeface="Arial"/>
                <a:cs typeface="Arial"/>
              </a:rPr>
              <a:t>Contents</a:t>
            </a:r>
            <a:endParaRPr sz="2550" b="0" i="0">
              <a:solidFill>
                <a:srgbClr val="074B82"/>
              </a:solidFill>
              <a:latin typeface="Arial"/>
              <a:ea typeface="Arial"/>
              <a:cs typeface="Arial"/>
            </a:endParaRPr>
          </a:p>
        </p:txBody>
      </p:sp>
      <p:sp>
        <p:nvSpPr>
          <p:cNvPr id="3" name="矩形 2">
            <a:extLst xmlns:a="http://schemas.openxmlformats.org/drawingml/2006/main">
              <a:ext uri="{FF2B5EF4-FFF2-40B4-BE49-F238E27FC236}">
                <a16:creationId xmlns:a16="http://schemas.microsoft.com/office/drawing/2014/main" id="{F3018A92-8DA3-47ED-BBAD-EBAD32AE570F}"/>
              </a:ext>
            </a:extLst>
          </p:cNvPr>
          <p:cNvSpPr>
            <a:spLocks xmlns:a="http://schemas.openxmlformats.org/drawingml/2006/main" noGrp="1"/>
          </p:cNvSpPr>
          <p:nvPr/>
        </p:nvSpPr>
        <p:spPr>
          <a:xfrm xmlns:a="http://schemas.openxmlformats.org/drawingml/2006/main">
            <a:off x="609600" y="1228725"/>
            <a:ext cx="762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2550" b="1" i="0">
                <a:solidFill>
                  <a:srgbClr val="C8180A"/>
                </a:solidFill>
                <a:latin typeface="Arial"/>
                <a:ea typeface="Arial"/>
                <a:cs typeface="Arial"/>
              </a:defRPr>
            </a:pPr>
            <a:r>
              <a:rPr sz="2550" b="1" i="0">
                <a:solidFill>
                  <a:srgbClr val="C8180A"/>
                </a:solidFill>
                <a:latin typeface="Arial"/>
                <a:ea typeface="Arial"/>
                <a:cs typeface="Arial"/>
              </a:rPr>
              <a:t>01</a:t>
            </a:r>
            <a:endParaRPr sz="2550" b="1" i="0">
              <a:solidFill>
                <a:srgbClr val="C8180A"/>
              </a:solidFill>
              <a:latin typeface="Arial"/>
              <a:ea typeface="Arial"/>
              <a:cs typeface="Arial"/>
            </a:endParaRPr>
          </a:p>
        </p:txBody>
      </p:sp>
      <p:sp>
        <p:nvSpPr>
          <p:cNvPr id="4" name="矩形 3">
            <a:extLst xmlns:a="http://schemas.openxmlformats.org/drawingml/2006/main">
              <a:ext uri="{FF2B5EF4-FFF2-40B4-BE49-F238E27FC236}">
                <a16:creationId xmlns:a16="http://schemas.microsoft.com/office/drawing/2014/main" id="{40B501E0-70E1-475F-9C18-457B5D80CD91}"/>
              </a:ext>
            </a:extLst>
          </p:cNvPr>
          <p:cNvSpPr>
            <a:spLocks xmlns:a="http://schemas.openxmlformats.org/drawingml/2006/main" noGrp="1"/>
          </p:cNvSpPr>
          <p:nvPr/>
        </p:nvSpPr>
        <p:spPr>
          <a:xfrm xmlns:a="http://schemas.openxmlformats.org/drawingml/2006/main">
            <a:off x="1619250" y="1209675"/>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800" b="1" i="0">
                <a:solidFill>
                  <a:srgbClr val="074B82"/>
                </a:solidFill>
                <a:latin typeface="Arial"/>
                <a:ea typeface="Arial"/>
                <a:cs typeface="Arial"/>
              </a:defRPr>
            </a:pPr>
            <a:r>
              <a:rPr sz="1800" b="1" i="0">
                <a:solidFill>
                  <a:srgbClr val="074B82"/>
                </a:solidFill>
                <a:latin typeface="Arial"/>
                <a:ea typeface="Arial"/>
                <a:cs typeface="Arial"/>
              </a:rPr>
              <a:t>Background</a:t>
            </a:r>
            <a:endParaRPr sz="1800" b="1" i="0">
              <a:solidFill>
                <a:srgbClr val="074B82"/>
              </a:solidFill>
              <a:latin typeface="Arial"/>
              <a:ea typeface="Arial"/>
              <a:cs typeface="Arial"/>
            </a:endParaRPr>
          </a:p>
        </p:txBody>
      </p:sp>
      <p:sp>
        <p:nvSpPr>
          <p:cNvPr id="5" name="矩形 4">
            <a:extLst xmlns:a="http://schemas.openxmlformats.org/drawingml/2006/main">
              <a:ext uri="{FF2B5EF4-FFF2-40B4-BE49-F238E27FC236}">
                <a16:creationId xmlns:a16="http://schemas.microsoft.com/office/drawing/2014/main" id="{58E494A8-FA6E-4922-A448-D7FBCEE4851B}"/>
              </a:ext>
            </a:extLst>
          </p:cNvPr>
          <p:cNvSpPr>
            <a:spLocks xmlns:a="http://schemas.openxmlformats.org/drawingml/2006/main" noGrp="1"/>
          </p:cNvSpPr>
          <p:nvPr/>
        </p:nvSpPr>
        <p:spPr>
          <a:xfrm xmlns:a="http://schemas.openxmlformats.org/drawingml/2006/main">
            <a:off x="1638300" y="1581150"/>
            <a:ext cx="647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275" b="0" i="0">
                <a:solidFill>
                  <a:srgbClr val="555555"/>
                </a:solidFill>
                <a:latin typeface="Arial"/>
                <a:ea typeface="Arial"/>
                <a:cs typeface="Arial"/>
              </a:defRPr>
            </a:pPr>
            <a:r>
              <a:rPr sz="1275" b="0" i="0">
                <a:solidFill>
                  <a:srgbClr val="555555"/>
                </a:solidFill>
                <a:latin typeface="Arial"/>
                <a:ea typeface="Arial"/>
                <a:cs typeface="Arial"/>
              </a:rPr>
              <a:t>Event cameras and the simulation objective</a:t>
            </a:r>
            <a:endParaRPr sz="1275" b="0" i="0">
              <a:solidFill>
                <a:srgbClr val="555555"/>
              </a:solidFill>
              <a:latin typeface="Arial"/>
              <a:ea typeface="Arial"/>
              <a:cs typeface="Arial"/>
            </a:endParaRPr>
          </a:p>
        </p:txBody>
      </p:sp>
      <p:sp>
        <p:nvSpPr>
          <p:cNvPr id="6" name="矩形 5">
            <a:extLst xmlns:a="http://schemas.openxmlformats.org/drawingml/2006/main">
              <a:ext uri="{FF2B5EF4-FFF2-40B4-BE49-F238E27FC236}">
                <a16:creationId xmlns:a16="http://schemas.microsoft.com/office/drawing/2014/main" id="{00E1D17F-3432-482B-A900-5954F6C60AEF}"/>
              </a:ext>
            </a:extLst>
          </p:cNvPr>
          <p:cNvSpPr>
            <a:spLocks xmlns:a="http://schemas.openxmlformats.org/drawingml/2006/main" noGrp="1"/>
          </p:cNvSpPr>
          <p:nvPr/>
        </p:nvSpPr>
        <p:spPr>
          <a:xfrm xmlns:a="http://schemas.openxmlformats.org/drawingml/2006/main">
            <a:off x="1619250" y="2009775"/>
            <a:ext cx="6477000" cy="9525"/>
          </a:xfrm>
          <a:prstGeom xmlns:a="http://schemas.openxmlformats.org/drawingml/2006/main" prst="rect">
            <a:avLst/>
          </a:prstGeom>
          <a:solidFill xmlns:a="http://schemas.openxmlformats.org/drawingml/2006/main">
            <a:srgbClr val="D2D2D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矩形 6">
            <a:extLst xmlns:a="http://schemas.openxmlformats.org/drawingml/2006/main">
              <a:ext uri="{FF2B5EF4-FFF2-40B4-BE49-F238E27FC236}">
                <a16:creationId xmlns:a16="http://schemas.microsoft.com/office/drawing/2014/main" id="{F248B644-BC11-4C90-B993-90857C5E0AF4}"/>
              </a:ext>
            </a:extLst>
          </p:cNvPr>
          <p:cNvSpPr>
            <a:spLocks xmlns:a="http://schemas.openxmlformats.org/drawingml/2006/main" noGrp="1"/>
          </p:cNvSpPr>
          <p:nvPr/>
        </p:nvSpPr>
        <p:spPr>
          <a:xfrm xmlns:a="http://schemas.openxmlformats.org/drawingml/2006/main">
            <a:off x="609600" y="2228850"/>
            <a:ext cx="762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2550" b="1" i="0">
                <a:solidFill>
                  <a:srgbClr val="C8180A"/>
                </a:solidFill>
                <a:latin typeface="Arial"/>
                <a:ea typeface="Arial"/>
                <a:cs typeface="Arial"/>
              </a:defRPr>
            </a:pPr>
            <a:r>
              <a:rPr sz="2550" b="1" i="0">
                <a:solidFill>
                  <a:srgbClr val="C8180A"/>
                </a:solidFill>
                <a:latin typeface="Arial"/>
                <a:ea typeface="Arial"/>
                <a:cs typeface="Arial"/>
              </a:rPr>
              <a:t>02</a:t>
            </a:r>
            <a:endParaRPr sz="2550" b="1" i="0">
              <a:solidFill>
                <a:srgbClr val="C8180A"/>
              </a:solidFill>
              <a:latin typeface="Arial"/>
              <a:ea typeface="Arial"/>
              <a:cs typeface="Arial"/>
            </a:endParaRPr>
          </a:p>
        </p:txBody>
      </p:sp>
      <p:sp>
        <p:nvSpPr>
          <p:cNvPr id="8" name="矩形 7">
            <a:extLst xmlns:a="http://schemas.openxmlformats.org/drawingml/2006/main">
              <a:ext uri="{FF2B5EF4-FFF2-40B4-BE49-F238E27FC236}">
                <a16:creationId xmlns:a16="http://schemas.microsoft.com/office/drawing/2014/main" id="{A62E2546-35DE-41EC-9C36-B736BB2E268C}"/>
              </a:ext>
            </a:extLst>
          </p:cNvPr>
          <p:cNvSpPr>
            <a:spLocks xmlns:a="http://schemas.openxmlformats.org/drawingml/2006/main" noGrp="1"/>
          </p:cNvSpPr>
          <p:nvPr/>
        </p:nvSpPr>
        <p:spPr>
          <a:xfrm xmlns:a="http://schemas.openxmlformats.org/drawingml/2006/main">
            <a:off x="1619250" y="22098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800" b="1" i="0">
                <a:solidFill>
                  <a:srgbClr val="074B82"/>
                </a:solidFill>
                <a:latin typeface="Arial"/>
                <a:ea typeface="Arial"/>
                <a:cs typeface="Arial"/>
              </a:defRPr>
            </a:pPr>
            <a:r>
              <a:rPr sz="1800" b="1" i="0">
                <a:solidFill>
                  <a:srgbClr val="074B82"/>
                </a:solidFill>
                <a:latin typeface="Arial"/>
                <a:ea typeface="Arial"/>
                <a:cs typeface="Arial"/>
              </a:rPr>
              <a:t>Model + Algorithm</a:t>
            </a:r>
            <a:endParaRPr sz="1800" b="1" i="0">
              <a:solidFill>
                <a:srgbClr val="074B82"/>
              </a:solidFill>
              <a:latin typeface="Arial"/>
              <a:ea typeface="Arial"/>
              <a:cs typeface="Arial"/>
            </a:endParaRPr>
          </a:p>
        </p:txBody>
      </p:sp>
      <p:sp>
        <p:nvSpPr>
          <p:cNvPr id="9" name="矩形 8">
            <a:extLst xmlns:a="http://schemas.openxmlformats.org/drawingml/2006/main">
              <a:ext uri="{FF2B5EF4-FFF2-40B4-BE49-F238E27FC236}">
                <a16:creationId xmlns:a16="http://schemas.microsoft.com/office/drawing/2014/main" id="{6AADC9DF-17F5-4DD5-AB28-7206ED47557C}"/>
              </a:ext>
            </a:extLst>
          </p:cNvPr>
          <p:cNvSpPr>
            <a:spLocks xmlns:a="http://schemas.openxmlformats.org/drawingml/2006/main" noGrp="1"/>
          </p:cNvSpPr>
          <p:nvPr/>
        </p:nvSpPr>
        <p:spPr>
          <a:xfrm xmlns:a="http://schemas.openxmlformats.org/drawingml/2006/main">
            <a:off x="1638300" y="2581275"/>
            <a:ext cx="647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275" b="0" i="0">
                <a:solidFill>
                  <a:srgbClr val="555555"/>
                </a:solidFill>
                <a:latin typeface="Arial"/>
                <a:ea typeface="Arial"/>
                <a:cs typeface="Arial"/>
              </a:defRPr>
            </a:pPr>
            <a:r>
              <a:rPr sz="1275" b="0" i="0">
                <a:solidFill>
                  <a:srgbClr val="555555"/>
                </a:solidFill>
                <a:latin typeface="Arial"/>
                <a:ea typeface="Arial"/>
                <a:cs typeface="Arial"/>
              </a:rPr>
              <a:t>Contrast thresholds, interpolation and sensor noise</a:t>
            </a:r>
            <a:endParaRPr sz="1275" b="0" i="0">
              <a:solidFill>
                <a:srgbClr val="555555"/>
              </a:solidFill>
              <a:latin typeface="Arial"/>
              <a:ea typeface="Arial"/>
              <a:cs typeface="Arial"/>
            </a:endParaRPr>
          </a:p>
        </p:txBody>
      </p:sp>
      <p:sp>
        <p:nvSpPr>
          <p:cNvPr id="10" name="矩形 9">
            <a:extLst xmlns:a="http://schemas.openxmlformats.org/drawingml/2006/main">
              <a:ext uri="{FF2B5EF4-FFF2-40B4-BE49-F238E27FC236}">
                <a16:creationId xmlns:a16="http://schemas.microsoft.com/office/drawing/2014/main" id="{45C28D59-FF4B-4DC2-B4FD-EF364658F7E3}"/>
              </a:ext>
            </a:extLst>
          </p:cNvPr>
          <p:cNvSpPr>
            <a:spLocks xmlns:a="http://schemas.openxmlformats.org/drawingml/2006/main" noGrp="1"/>
          </p:cNvSpPr>
          <p:nvPr/>
        </p:nvSpPr>
        <p:spPr>
          <a:xfrm xmlns:a="http://schemas.openxmlformats.org/drawingml/2006/main">
            <a:off x="1619250" y="3009900"/>
            <a:ext cx="6477000" cy="9525"/>
          </a:xfrm>
          <a:prstGeom xmlns:a="http://schemas.openxmlformats.org/drawingml/2006/main" prst="rect">
            <a:avLst/>
          </a:prstGeom>
          <a:solidFill xmlns:a="http://schemas.openxmlformats.org/drawingml/2006/main">
            <a:srgbClr val="D2D2D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1" name="矩形 10">
            <a:extLst xmlns:a="http://schemas.openxmlformats.org/drawingml/2006/main">
              <a:ext uri="{FF2B5EF4-FFF2-40B4-BE49-F238E27FC236}">
                <a16:creationId xmlns:a16="http://schemas.microsoft.com/office/drawing/2014/main" id="{5B410E86-A91F-4049-959C-3DACFE76928E}"/>
              </a:ext>
            </a:extLst>
          </p:cNvPr>
          <p:cNvSpPr>
            <a:spLocks xmlns:a="http://schemas.openxmlformats.org/drawingml/2006/main" noGrp="1"/>
          </p:cNvSpPr>
          <p:nvPr/>
        </p:nvSpPr>
        <p:spPr>
          <a:xfrm xmlns:a="http://schemas.openxmlformats.org/drawingml/2006/main">
            <a:off x="609600" y="3228975"/>
            <a:ext cx="762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2550" b="1" i="0">
                <a:solidFill>
                  <a:srgbClr val="C8180A"/>
                </a:solidFill>
                <a:latin typeface="Arial"/>
                <a:ea typeface="Arial"/>
                <a:cs typeface="Arial"/>
              </a:defRPr>
            </a:pPr>
            <a:r>
              <a:rPr sz="2550" b="1" i="0">
                <a:solidFill>
                  <a:srgbClr val="C8180A"/>
                </a:solidFill>
                <a:latin typeface="Arial"/>
                <a:ea typeface="Arial"/>
                <a:cs typeface="Arial"/>
              </a:rPr>
              <a:t>03</a:t>
            </a:r>
            <a:endParaRPr sz="2550" b="1" i="0">
              <a:solidFill>
                <a:srgbClr val="C8180A"/>
              </a:solidFill>
              <a:latin typeface="Arial"/>
              <a:ea typeface="Arial"/>
              <a:cs typeface="Arial"/>
            </a:endParaRPr>
          </a:p>
        </p:txBody>
      </p:sp>
      <p:sp>
        <p:nvSpPr>
          <p:cNvPr id="12" name="矩形 11">
            <a:extLst xmlns:a="http://schemas.openxmlformats.org/drawingml/2006/main">
              <a:ext uri="{FF2B5EF4-FFF2-40B4-BE49-F238E27FC236}">
                <a16:creationId xmlns:a16="http://schemas.microsoft.com/office/drawing/2014/main" id="{DDBBFDD9-AA51-4F71-A600-1CA0EC988153}"/>
              </a:ext>
            </a:extLst>
          </p:cNvPr>
          <p:cNvSpPr>
            <a:spLocks xmlns:a="http://schemas.openxmlformats.org/drawingml/2006/main" noGrp="1"/>
          </p:cNvSpPr>
          <p:nvPr/>
        </p:nvSpPr>
        <p:spPr>
          <a:xfrm xmlns:a="http://schemas.openxmlformats.org/drawingml/2006/main">
            <a:off x="1619250" y="3209925"/>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800" b="1" i="0">
                <a:solidFill>
                  <a:srgbClr val="074B82"/>
                </a:solidFill>
                <a:latin typeface="Arial"/>
                <a:ea typeface="Arial"/>
                <a:cs typeface="Arial"/>
              </a:defRPr>
            </a:pPr>
            <a:r>
              <a:rPr sz="1800" b="1" i="0">
                <a:solidFill>
                  <a:srgbClr val="074B82"/>
                </a:solidFill>
                <a:latin typeface="Arial"/>
                <a:ea typeface="Arial"/>
                <a:cs typeface="Arial"/>
              </a:rPr>
              <a:t>Architecture + Implementation</a:t>
            </a:r>
            <a:endParaRPr sz="1800" b="1" i="0">
              <a:solidFill>
                <a:srgbClr val="074B82"/>
              </a:solidFill>
              <a:latin typeface="Arial"/>
              <a:ea typeface="Arial"/>
              <a:cs typeface="Arial"/>
            </a:endParaRPr>
          </a:p>
        </p:txBody>
      </p:sp>
      <p:sp>
        <p:nvSpPr>
          <p:cNvPr id="13" name="矩形 12">
            <a:extLst xmlns:a="http://schemas.openxmlformats.org/drawingml/2006/main">
              <a:ext uri="{FF2B5EF4-FFF2-40B4-BE49-F238E27FC236}">
                <a16:creationId xmlns:a16="http://schemas.microsoft.com/office/drawing/2014/main" id="{4F58CBEB-3813-458C-8B5E-EA5E12B5F304}"/>
              </a:ext>
            </a:extLst>
          </p:cNvPr>
          <p:cNvSpPr>
            <a:spLocks xmlns:a="http://schemas.openxmlformats.org/drawingml/2006/main" noGrp="1"/>
          </p:cNvSpPr>
          <p:nvPr/>
        </p:nvSpPr>
        <p:spPr>
          <a:xfrm xmlns:a="http://schemas.openxmlformats.org/drawingml/2006/main">
            <a:off x="1638300" y="3581400"/>
            <a:ext cx="647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275" b="0" i="0">
                <a:solidFill>
                  <a:srgbClr val="555555"/>
                </a:solidFill>
                <a:latin typeface="Arial"/>
                <a:ea typeface="Arial"/>
                <a:cs typeface="Arial"/>
              </a:defRPr>
            </a:pPr>
            <a:r>
              <a:rPr sz="1275" b="0" i="0">
                <a:solidFill>
                  <a:srgbClr val="555555"/>
                </a:solidFill>
                <a:latin typeface="Arial"/>
                <a:ea typeface="Arial"/>
                <a:cs typeface="Arial"/>
              </a:rPr>
              <a:t>System modules, data flow and video I/O</a:t>
            </a:r>
            <a:endParaRPr sz="1275" b="0" i="0">
              <a:solidFill>
                <a:srgbClr val="555555"/>
              </a:solidFill>
              <a:latin typeface="Arial"/>
              <a:ea typeface="Arial"/>
              <a:cs typeface="Arial"/>
            </a:endParaRPr>
          </a:p>
        </p:txBody>
      </p:sp>
      <p:sp>
        <p:nvSpPr>
          <p:cNvPr id="14" name="矩形 13">
            <a:extLst xmlns:a="http://schemas.openxmlformats.org/drawingml/2006/main">
              <a:ext uri="{FF2B5EF4-FFF2-40B4-BE49-F238E27FC236}">
                <a16:creationId xmlns:a16="http://schemas.microsoft.com/office/drawing/2014/main" id="{A559500F-A36A-46D3-B05E-F5F3AF8A47D2}"/>
              </a:ext>
            </a:extLst>
          </p:cNvPr>
          <p:cNvSpPr>
            <a:spLocks xmlns:a="http://schemas.openxmlformats.org/drawingml/2006/main" noGrp="1"/>
          </p:cNvSpPr>
          <p:nvPr/>
        </p:nvSpPr>
        <p:spPr>
          <a:xfrm xmlns:a="http://schemas.openxmlformats.org/drawingml/2006/main">
            <a:off x="1619250" y="4010025"/>
            <a:ext cx="6477000" cy="9525"/>
          </a:xfrm>
          <a:prstGeom xmlns:a="http://schemas.openxmlformats.org/drawingml/2006/main" prst="rect">
            <a:avLst/>
          </a:prstGeom>
          <a:solidFill xmlns:a="http://schemas.openxmlformats.org/drawingml/2006/main">
            <a:srgbClr val="D2D2D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5" name="矩形 14">
            <a:extLst xmlns:a="http://schemas.openxmlformats.org/drawingml/2006/main">
              <a:ext uri="{FF2B5EF4-FFF2-40B4-BE49-F238E27FC236}">
                <a16:creationId xmlns:a16="http://schemas.microsoft.com/office/drawing/2014/main" id="{1A97F4C3-B184-42E0-8794-929A755F736E}"/>
              </a:ext>
            </a:extLst>
          </p:cNvPr>
          <p:cNvSpPr>
            <a:spLocks xmlns:a="http://schemas.openxmlformats.org/drawingml/2006/main" noGrp="1"/>
          </p:cNvSpPr>
          <p:nvPr/>
        </p:nvSpPr>
        <p:spPr>
          <a:xfrm xmlns:a="http://schemas.openxmlformats.org/drawingml/2006/main">
            <a:off x="609600" y="4229100"/>
            <a:ext cx="762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2550" b="1" i="0">
                <a:solidFill>
                  <a:srgbClr val="C8180A"/>
                </a:solidFill>
                <a:latin typeface="Arial"/>
                <a:ea typeface="Arial"/>
                <a:cs typeface="Arial"/>
              </a:defRPr>
            </a:pPr>
            <a:r>
              <a:rPr sz="2550" b="1" i="0">
                <a:solidFill>
                  <a:srgbClr val="C8180A"/>
                </a:solidFill>
                <a:latin typeface="Arial"/>
                <a:ea typeface="Arial"/>
                <a:cs typeface="Arial"/>
              </a:rPr>
              <a:t>04</a:t>
            </a:r>
            <a:endParaRPr sz="2550" b="1" i="0">
              <a:solidFill>
                <a:srgbClr val="C8180A"/>
              </a:solidFill>
              <a:latin typeface="Arial"/>
              <a:ea typeface="Arial"/>
              <a:cs typeface="Arial"/>
            </a:endParaRPr>
          </a:p>
        </p:txBody>
      </p:sp>
      <p:sp>
        <p:nvSpPr>
          <p:cNvPr id="16" name="矩形 15">
            <a:extLst xmlns:a="http://schemas.openxmlformats.org/drawingml/2006/main">
              <a:ext uri="{FF2B5EF4-FFF2-40B4-BE49-F238E27FC236}">
                <a16:creationId xmlns:a16="http://schemas.microsoft.com/office/drawing/2014/main" id="{AEE5EAE3-4319-42EF-81A7-26EB766D0FB3}"/>
              </a:ext>
            </a:extLst>
          </p:cNvPr>
          <p:cNvSpPr>
            <a:spLocks xmlns:a="http://schemas.openxmlformats.org/drawingml/2006/main" noGrp="1"/>
          </p:cNvSpPr>
          <p:nvPr/>
        </p:nvSpPr>
        <p:spPr>
          <a:xfrm xmlns:a="http://schemas.openxmlformats.org/drawingml/2006/main">
            <a:off x="1619250" y="421005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800" b="1" i="0">
                <a:solidFill>
                  <a:srgbClr val="074B82"/>
                </a:solidFill>
                <a:latin typeface="Arial"/>
                <a:ea typeface="Arial"/>
                <a:cs typeface="Arial"/>
              </a:defRPr>
            </a:pPr>
            <a:r>
              <a:rPr sz="1800" b="1" i="0">
                <a:solidFill>
                  <a:srgbClr val="074B82"/>
                </a:solidFill>
                <a:latin typeface="Arial"/>
                <a:ea typeface="Arial"/>
                <a:cs typeface="Arial"/>
              </a:rPr>
              <a:t>Visualization</a:t>
            </a:r>
            <a:endParaRPr sz="1800" b="1" i="0">
              <a:solidFill>
                <a:srgbClr val="074B82"/>
              </a:solidFill>
              <a:latin typeface="Arial"/>
              <a:ea typeface="Arial"/>
              <a:cs typeface="Arial"/>
            </a:endParaRPr>
          </a:p>
        </p:txBody>
      </p:sp>
      <p:sp>
        <p:nvSpPr>
          <p:cNvPr id="17" name="矩形 16">
            <a:extLst xmlns:a="http://schemas.openxmlformats.org/drawingml/2006/main">
              <a:ext uri="{FF2B5EF4-FFF2-40B4-BE49-F238E27FC236}">
                <a16:creationId xmlns:a16="http://schemas.microsoft.com/office/drawing/2014/main" id="{6C4363FC-9956-4066-8E10-7C38C54A4808}"/>
              </a:ext>
            </a:extLst>
          </p:cNvPr>
          <p:cNvSpPr>
            <a:spLocks xmlns:a="http://schemas.openxmlformats.org/drawingml/2006/main" noGrp="1"/>
          </p:cNvSpPr>
          <p:nvPr/>
        </p:nvSpPr>
        <p:spPr>
          <a:xfrm xmlns:a="http://schemas.openxmlformats.org/drawingml/2006/main">
            <a:off x="1638300" y="4581525"/>
            <a:ext cx="647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275" b="0" i="0">
                <a:solidFill>
                  <a:srgbClr val="555555"/>
                </a:solidFill>
                <a:latin typeface="Arial"/>
                <a:ea typeface="Arial"/>
                <a:cs typeface="Arial"/>
              </a:defRPr>
            </a:pPr>
            <a:r>
              <a:rPr sz="1275" b="0" i="0">
                <a:solidFill>
                  <a:srgbClr val="555555"/>
                </a:solidFill>
                <a:latin typeface="Arial"/>
                <a:ea typeface="Arial"/>
                <a:cs typeface="Arial"/>
              </a:rPr>
              <a:t>Event accumulation and illustrative output</a:t>
            </a:r>
            <a:endParaRPr sz="1275" b="0" i="0">
              <a:solidFill>
                <a:srgbClr val="555555"/>
              </a:solidFill>
              <a:latin typeface="Arial"/>
              <a:ea typeface="Arial"/>
              <a:cs typeface="Arial"/>
            </a:endParaRPr>
          </a:p>
        </p:txBody>
      </p:sp>
      <p:sp>
        <p:nvSpPr>
          <p:cNvPr id="18" name="矩形 17">
            <a:extLst xmlns:a="http://schemas.openxmlformats.org/drawingml/2006/main">
              <a:ext uri="{FF2B5EF4-FFF2-40B4-BE49-F238E27FC236}">
                <a16:creationId xmlns:a16="http://schemas.microsoft.com/office/drawing/2014/main" id="{546D221A-98FE-4AE8-AB54-9B0CB7C15641}"/>
              </a:ext>
            </a:extLst>
          </p:cNvPr>
          <p:cNvSpPr>
            <a:spLocks xmlns:a="http://schemas.openxmlformats.org/drawingml/2006/main" noGrp="1"/>
          </p:cNvSpPr>
          <p:nvPr/>
        </p:nvSpPr>
        <p:spPr>
          <a:xfrm xmlns:a="http://schemas.openxmlformats.org/drawingml/2006/main">
            <a:off x="1619250" y="5010150"/>
            <a:ext cx="6477000" cy="9525"/>
          </a:xfrm>
          <a:prstGeom xmlns:a="http://schemas.openxmlformats.org/drawingml/2006/main" prst="rect">
            <a:avLst/>
          </a:prstGeom>
          <a:solidFill xmlns:a="http://schemas.openxmlformats.org/drawingml/2006/main">
            <a:srgbClr val="D2D2D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9" name="矩形 18">
            <a:extLst xmlns:a="http://schemas.openxmlformats.org/drawingml/2006/main">
              <a:ext uri="{FF2B5EF4-FFF2-40B4-BE49-F238E27FC236}">
                <a16:creationId xmlns:a16="http://schemas.microsoft.com/office/drawing/2014/main" id="{91BBB1A9-D9D5-4DE2-A59E-A3AA8570DC81}"/>
              </a:ext>
            </a:extLst>
          </p:cNvPr>
          <p:cNvSpPr>
            <a:spLocks xmlns:a="http://schemas.openxmlformats.org/drawingml/2006/main" noGrp="1"/>
          </p:cNvSpPr>
          <p:nvPr/>
        </p:nvSpPr>
        <p:spPr>
          <a:xfrm xmlns:a="http://schemas.openxmlformats.org/drawingml/2006/main">
            <a:off x="609600" y="5229225"/>
            <a:ext cx="762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2550" b="1" i="0">
                <a:solidFill>
                  <a:srgbClr val="C8180A"/>
                </a:solidFill>
                <a:latin typeface="Arial"/>
                <a:ea typeface="Arial"/>
                <a:cs typeface="Arial"/>
              </a:defRPr>
            </a:pPr>
            <a:r>
              <a:rPr sz="2550" b="1" i="0">
                <a:solidFill>
                  <a:srgbClr val="C8180A"/>
                </a:solidFill>
                <a:latin typeface="Arial"/>
                <a:ea typeface="Arial"/>
                <a:cs typeface="Arial"/>
              </a:rPr>
              <a:t>05</a:t>
            </a:r>
            <a:endParaRPr sz="2550" b="1" i="0">
              <a:solidFill>
                <a:srgbClr val="C8180A"/>
              </a:solidFill>
              <a:latin typeface="Arial"/>
              <a:ea typeface="Arial"/>
              <a:cs typeface="Arial"/>
            </a:endParaRPr>
          </a:p>
        </p:txBody>
      </p:sp>
      <p:sp>
        <p:nvSpPr>
          <p:cNvPr id="20" name="矩形 19">
            <a:extLst xmlns:a="http://schemas.openxmlformats.org/drawingml/2006/main">
              <a:ext uri="{FF2B5EF4-FFF2-40B4-BE49-F238E27FC236}">
                <a16:creationId xmlns:a16="http://schemas.microsoft.com/office/drawing/2014/main" id="{B2CAEE76-806F-461D-AD32-14F0C3F674DF}"/>
              </a:ext>
            </a:extLst>
          </p:cNvPr>
          <p:cNvSpPr>
            <a:spLocks xmlns:a="http://schemas.openxmlformats.org/drawingml/2006/main" noGrp="1"/>
          </p:cNvSpPr>
          <p:nvPr/>
        </p:nvSpPr>
        <p:spPr>
          <a:xfrm xmlns:a="http://schemas.openxmlformats.org/drawingml/2006/main">
            <a:off x="1619250" y="5210175"/>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800" b="1" i="0">
                <a:solidFill>
                  <a:srgbClr val="074B82"/>
                </a:solidFill>
                <a:latin typeface="Arial"/>
                <a:ea typeface="Arial"/>
                <a:cs typeface="Arial"/>
              </a:defRPr>
            </a:pPr>
            <a:r>
              <a:rPr sz="1800" b="1" i="0">
                <a:solidFill>
                  <a:srgbClr val="074B82"/>
                </a:solidFill>
                <a:latin typeface="Arial"/>
                <a:ea typeface="Arial"/>
                <a:cs typeface="Arial"/>
              </a:rPr>
              <a:t>Verification + Results Discussion</a:t>
            </a:r>
            <a:endParaRPr sz="1800" b="1" i="0">
              <a:solidFill>
                <a:srgbClr val="074B82"/>
              </a:solidFill>
              <a:latin typeface="Arial"/>
              <a:ea typeface="Arial"/>
              <a:cs typeface="Arial"/>
            </a:endParaRPr>
          </a:p>
        </p:txBody>
      </p:sp>
      <p:sp>
        <p:nvSpPr>
          <p:cNvPr id="21" name="矩形 20">
            <a:extLst xmlns:a="http://schemas.openxmlformats.org/drawingml/2006/main">
              <a:ext uri="{FF2B5EF4-FFF2-40B4-BE49-F238E27FC236}">
                <a16:creationId xmlns:a16="http://schemas.microsoft.com/office/drawing/2014/main" id="{52BC07D4-665E-4108-8AEA-70B080D2721D}"/>
              </a:ext>
            </a:extLst>
          </p:cNvPr>
          <p:cNvSpPr>
            <a:spLocks xmlns:a="http://schemas.openxmlformats.org/drawingml/2006/main" noGrp="1"/>
          </p:cNvSpPr>
          <p:nvPr/>
        </p:nvSpPr>
        <p:spPr>
          <a:xfrm xmlns:a="http://schemas.openxmlformats.org/drawingml/2006/main">
            <a:off x="1638300" y="5581650"/>
            <a:ext cx="647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275" b="0" i="0">
                <a:solidFill>
                  <a:srgbClr val="555555"/>
                </a:solidFill>
                <a:latin typeface="Arial"/>
                <a:ea typeface="Arial"/>
                <a:cs typeface="Arial"/>
              </a:defRPr>
            </a:pPr>
            <a:r>
              <a:rPr sz="1275" b="0" i="0">
                <a:solidFill>
                  <a:srgbClr val="555555"/>
                </a:solidFill>
                <a:latin typeface="Arial"/>
                <a:ea typeface="Arial"/>
                <a:cs typeface="Arial"/>
              </a:rPr>
              <a:t>Tests, benchmark and result discussion</a:t>
            </a:r>
            <a:endParaRPr sz="1275" b="0" i="0">
              <a:solidFill>
                <a:srgbClr val="555555"/>
              </a:solidFill>
              <a:latin typeface="Arial"/>
              <a:ea typeface="Arial"/>
              <a:cs typeface="Arial"/>
            </a:endParaRPr>
          </a:p>
        </p:txBody>
      </p:sp>
      <p:sp>
        <p:nvSpPr>
          <p:cNvPr id="22" name="footer-left">
            <a:extLst xmlns:a="http://schemas.openxmlformats.org/drawingml/2006/main">
              <a:ext uri="{FF2B5EF4-FFF2-40B4-BE49-F238E27FC236}">
                <a16:creationId xmlns:a16="http://schemas.microsoft.com/office/drawing/2014/main" id="{9BE9A14A-D588-4931-8831-B491EEB0142A}"/>
              </a:ext>
            </a:extLst>
          </p:cNvPr>
          <p:cNvSpPr>
            <a:spLocks xmlns:a="http://schemas.openxmlformats.org/drawingml/2006/main" noGrp="1"/>
          </p:cNvSpPr>
          <p:nvPr/>
        </p:nvSpPr>
        <p:spPr>
          <a:xfrm xmlns:a="http://schemas.openxmlformats.org/drawingml/2006/main">
            <a:off x="0" y="6629400"/>
            <a:ext cx="3048000" cy="228600"/>
          </a:xfrm>
          <a:prstGeom xmlns:a="http://schemas.openxmlformats.org/drawingml/2006/main" prst="rect">
            <a:avLst/>
          </a:prstGeom>
          <a:solidFill xmlns:a="http://schemas.openxmlformats.org/drawingml/2006/main">
            <a:srgbClr val="C4C5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3" name="footer-center">
            <a:extLst xmlns:a="http://schemas.openxmlformats.org/drawingml/2006/main">
              <a:ext uri="{FF2B5EF4-FFF2-40B4-BE49-F238E27FC236}">
                <a16:creationId xmlns:a16="http://schemas.microsoft.com/office/drawing/2014/main" id="{A4B632B8-9341-4361-9719-7B91D639EF89}"/>
              </a:ext>
            </a:extLst>
          </p:cNvPr>
          <p:cNvSpPr>
            <a:spLocks xmlns:a="http://schemas.openxmlformats.org/drawingml/2006/main" noGrp="1"/>
          </p:cNvSpPr>
          <p:nvPr/>
        </p:nvSpPr>
        <p:spPr>
          <a:xfrm xmlns:a="http://schemas.openxmlformats.org/drawingml/2006/main">
            <a:off x="3048000" y="6629400"/>
            <a:ext cx="3048000" cy="228600"/>
          </a:xfrm>
          <a:prstGeom xmlns:a="http://schemas.openxmlformats.org/drawingml/2006/main" prst="rect">
            <a:avLst/>
          </a:prstGeom>
          <a:solidFill xmlns:a="http://schemas.openxmlformats.org/drawingml/2006/main">
            <a:srgbClr val="B8BBD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4" name="footer-right">
            <a:extLst xmlns:a="http://schemas.openxmlformats.org/drawingml/2006/main">
              <a:ext uri="{FF2B5EF4-FFF2-40B4-BE49-F238E27FC236}">
                <a16:creationId xmlns:a16="http://schemas.microsoft.com/office/drawing/2014/main" id="{22136046-A2DF-4DCA-B286-06EECA44B92F}"/>
              </a:ext>
            </a:extLst>
          </p:cNvPr>
          <p:cNvSpPr>
            <a:spLocks xmlns:a="http://schemas.openxmlformats.org/drawingml/2006/main" noGrp="1"/>
          </p:cNvSpPr>
          <p:nvPr/>
        </p:nvSpPr>
        <p:spPr>
          <a:xfrm xmlns:a="http://schemas.openxmlformats.org/drawingml/2006/main">
            <a:off x="6096000" y="6629400"/>
            <a:ext cx="2476500" cy="228600"/>
          </a:xfrm>
          <a:prstGeom xmlns:a="http://schemas.openxmlformats.org/drawingml/2006/main" prst="rect">
            <a:avLst/>
          </a:prstGeom>
          <a:solidFill xmlns:a="http://schemas.openxmlformats.org/drawingml/2006/main">
            <a:srgbClr val="C4C5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5" name="footer-page">
            <a:extLst xmlns:a="http://schemas.openxmlformats.org/drawingml/2006/main">
              <a:ext uri="{FF2B5EF4-FFF2-40B4-BE49-F238E27FC236}">
                <a16:creationId xmlns:a16="http://schemas.microsoft.com/office/drawing/2014/main" id="{37EC9126-37EF-47AA-83A5-2E2C0C385622}"/>
              </a:ext>
            </a:extLst>
          </p:cNvPr>
          <p:cNvSpPr>
            <a:spLocks xmlns:a="http://schemas.openxmlformats.org/drawingml/2006/main" noGrp="1"/>
          </p:cNvSpPr>
          <p:nvPr/>
        </p:nvSpPr>
        <p:spPr>
          <a:xfrm xmlns:a="http://schemas.openxmlformats.org/drawingml/2006/main">
            <a:off x="8572500" y="6629400"/>
            <a:ext cx="571500" cy="228600"/>
          </a:xfrm>
          <a:prstGeom xmlns:a="http://schemas.openxmlformats.org/drawingml/2006/main" prst="rect">
            <a:avLst/>
          </a:prstGeom>
          <a:solidFill xmlns:a="http://schemas.openxmlformats.org/drawingml/2006/main">
            <a:srgbClr val="B8BBD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7" name="矩形 26">
            <a:extLst xmlns:a="http://schemas.openxmlformats.org/drawingml/2006/main">
              <a:ext uri="{FF2B5EF4-FFF2-40B4-BE49-F238E27FC236}">
                <a16:creationId xmlns:a16="http://schemas.microsoft.com/office/drawing/2014/main" id="{A18801F3-83A4-421F-8ECF-43CAFF40FD00}"/>
              </a:ext>
            </a:extLst>
          </p:cNvPr>
          <p:cNvSpPr>
            <a:spLocks xmlns:a="http://schemas.openxmlformats.org/drawingml/2006/main" noGrp="1"/>
          </p:cNvSpPr>
          <p:nvPr/>
        </p:nvSpPr>
        <p:spPr>
          <a:xfrm xmlns:a="http://schemas.openxmlformats.org/drawingml/2006/main">
            <a:off x="3810000" y="66294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EE5110/EE6110</a:t>
            </a:r>
            <a:endParaRPr sz="1050" b="0" i="0">
              <a:solidFill>
                <a:srgbClr val="242424"/>
              </a:solidFill>
              <a:latin typeface="Arial"/>
              <a:ea typeface="Arial"/>
              <a:cs typeface="Arial"/>
            </a:endParaRPr>
          </a:p>
        </p:txBody>
      </p:sp>
      <p:sp>
        <p:nvSpPr>
          <p:cNvPr id="28" name="矩形 27">
            <a:extLst xmlns:a="http://schemas.openxmlformats.org/drawingml/2006/main">
              <a:ext uri="{FF2B5EF4-FFF2-40B4-BE49-F238E27FC236}">
                <a16:creationId xmlns:a16="http://schemas.microsoft.com/office/drawing/2014/main" id="{2CF98376-7A60-4A3E-900C-AA81DF0F8C2B}"/>
              </a:ext>
            </a:extLst>
          </p:cNvPr>
          <p:cNvSpPr>
            <a:spLocks xmlns:a="http://schemas.openxmlformats.org/drawingml/2006/main" noGrp="1"/>
          </p:cNvSpPr>
          <p:nvPr/>
        </p:nvSpPr>
        <p:spPr>
          <a:xfrm xmlns:a="http://schemas.openxmlformats.org/drawingml/2006/main">
            <a:off x="6572250" y="66294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975" b="0" i="0">
                <a:solidFill>
                  <a:srgbClr val="242424"/>
                </a:solidFill>
                <a:latin typeface="Arial"/>
                <a:ea typeface="Arial"/>
                <a:cs typeface="Arial"/>
              </a:defRPr>
            </a:pPr>
            <a:r>
              <a:rPr sz="975" b="0" i="0">
                <a:solidFill>
                  <a:srgbClr val="242424"/>
                </a:solidFill>
                <a:latin typeface="Arial"/>
                <a:ea typeface="Arial"/>
                <a:cs typeface="Arial"/>
              </a:rPr>
              <a:t>Event Camera Simulator</a:t>
            </a:r>
            <a:endParaRPr sz="975" b="0" i="0">
              <a:solidFill>
                <a:srgbClr val="242424"/>
              </a:solidFill>
              <a:latin typeface="Arial"/>
              <a:ea typeface="Arial"/>
              <a:cs typeface="Arial"/>
            </a:endParaRPr>
          </a:p>
        </p:txBody>
      </p:sp>
      <p:sp>
        <p:nvSpPr>
          <p:cNvPr id="29" name="page-number">
            <a:extLst xmlns:a="http://schemas.openxmlformats.org/drawingml/2006/main">
              <a:ext uri="{FF2B5EF4-FFF2-40B4-BE49-F238E27FC236}">
                <a16:creationId xmlns:a16="http://schemas.microsoft.com/office/drawing/2014/main" id="{180C2DCB-1724-4765-A885-C87E803FF29B}"/>
              </a:ext>
            </a:extLst>
          </p:cNvPr>
          <p:cNvSpPr>
            <a:spLocks xmlns:a="http://schemas.openxmlformats.org/drawingml/2006/main" noGrp="1"/>
          </p:cNvSpPr>
          <p:nvPr/>
        </p:nvSpPr>
        <p:spPr>
          <a:xfrm xmlns:a="http://schemas.openxmlformats.org/drawingml/2006/main">
            <a:off x="8677275" y="66294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2</a:t>
            </a:r>
            <a:endParaRPr sz="1050" b="0" i="0">
              <a:solidFill>
                <a:srgbClr val="242424"/>
              </a:solidFill>
              <a:latin typeface="Arial"/>
              <a:ea typeface="Arial"/>
              <a:cs typeface="Arial"/>
            </a:endParaRPr>
          </a:p>
        </p:txBody>
      </p:sp>
    </p:spTree>
    <p:extLst>
      <p:ext uri="{BB962C8B-B14F-4D97-AF65-F5344CB8AC3E}">
        <p14:creationId xmlns:p14="http://schemas.microsoft.com/office/powerpoint/2010/main" val="181140519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le-band">
            <a:extLst xmlns:a="http://schemas.openxmlformats.org/drawingml/2006/main">
              <a:ext uri="{FF2B5EF4-FFF2-40B4-BE49-F238E27FC236}">
                <a16:creationId xmlns:a16="http://schemas.microsoft.com/office/drawing/2014/main" id="{CD496053-CCE0-4F7F-BF7E-63FEF38A5FC6}"/>
              </a:ext>
            </a:extLst>
          </p:cNvPr>
          <p:cNvSpPr>
            <a:spLocks xmlns:a="http://schemas.openxmlformats.org/drawingml/2006/main" noGrp="1"/>
          </p:cNvSpPr>
          <p:nvPr/>
        </p:nvSpPr>
        <p:spPr>
          <a:xfrm xmlns:a="http://schemas.openxmlformats.org/drawingml/2006/main">
            <a:off x="0" y="0"/>
            <a:ext cx="9144000" cy="838200"/>
          </a:xfrm>
          <a:prstGeom xmlns:a="http://schemas.openxmlformats.org/drawingml/2006/main" prst="rect">
            <a:avLst/>
          </a:prstGeom>
          <a:solidFill xmlns:a="http://schemas.openxmlformats.org/drawingml/2006/main">
            <a:srgbClr val="F0F0F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矩形 1">
            <a:extLst xmlns:a="http://schemas.openxmlformats.org/drawingml/2006/main">
              <a:ext uri="{FF2B5EF4-FFF2-40B4-BE49-F238E27FC236}">
                <a16:creationId xmlns:a16="http://schemas.microsoft.com/office/drawing/2014/main" id="{7043C9F3-2E54-48A1-B28D-2D8FD59E294A}"/>
              </a:ext>
            </a:extLst>
          </p:cNvPr>
          <p:cNvSpPr>
            <a:spLocks xmlns:a="http://schemas.openxmlformats.org/drawingml/2006/main" noGrp="1"/>
          </p:cNvSpPr>
          <p:nvPr/>
        </p:nvSpPr>
        <p:spPr>
          <a:xfrm xmlns:a="http://schemas.openxmlformats.org/drawingml/2006/main">
            <a:off x="361950" y="219075"/>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350" b="1" i="0">
                <a:solidFill>
                  <a:srgbClr val="074B82"/>
                </a:solidFill>
                <a:latin typeface="Arial"/>
                <a:ea typeface="Arial"/>
                <a:cs typeface="Arial"/>
              </a:defRPr>
            </a:pPr>
            <a:r>
              <a:rPr sz="1350" b="1" i="0">
                <a:solidFill>
                  <a:srgbClr val="074B82"/>
                </a:solidFill>
                <a:latin typeface="Arial"/>
                <a:ea typeface="Arial"/>
                <a:cs typeface="Arial"/>
              </a:rPr>
              <a:t>EE5110 / EE6110</a:t>
            </a:r>
            <a:endParaRPr sz="1350" b="1" i="0">
              <a:solidFill>
                <a:srgbClr val="074B82"/>
              </a:solidFill>
              <a:latin typeface="Arial"/>
              <a:ea typeface="Arial"/>
              <a:cs typeface="Arial"/>
            </a:endParaRPr>
          </a:p>
        </p:txBody>
      </p:sp>
      <p:sp>
        <p:nvSpPr>
          <p:cNvPr id="3" name="矩形 2">
            <a:extLst xmlns:a="http://schemas.openxmlformats.org/drawingml/2006/main">
              <a:ext uri="{FF2B5EF4-FFF2-40B4-BE49-F238E27FC236}">
                <a16:creationId xmlns:a16="http://schemas.microsoft.com/office/drawing/2014/main" id="{CAED9AA8-FA66-4F00-ABD5-434D50303E59}"/>
              </a:ext>
            </a:extLst>
          </p:cNvPr>
          <p:cNvSpPr>
            <a:spLocks xmlns:a="http://schemas.openxmlformats.org/drawingml/2006/main" noGrp="1"/>
          </p:cNvSpPr>
          <p:nvPr/>
        </p:nvSpPr>
        <p:spPr>
          <a:xfrm xmlns:a="http://schemas.openxmlformats.org/drawingml/2006/main">
            <a:off x="3162300" y="18859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1" i="0">
                <a:solidFill>
                  <a:srgbClr val="C8180A"/>
                </a:solidFill>
                <a:latin typeface="Arial"/>
                <a:ea typeface="Arial"/>
                <a:cs typeface="Arial"/>
              </a:defRPr>
            </a:pPr>
            <a:r>
              <a:rPr sz="1425" b="1" i="0">
                <a:solidFill>
                  <a:srgbClr val="C8180A"/>
                </a:solidFill>
                <a:latin typeface="Arial"/>
                <a:ea typeface="Arial"/>
                <a:cs typeface="Arial"/>
              </a:rPr>
              <a:t>SECTION 01</a:t>
            </a:r>
            <a:endParaRPr sz="1425" b="1" i="0">
              <a:solidFill>
                <a:srgbClr val="C8180A"/>
              </a:solidFill>
              <a:latin typeface="Arial"/>
              <a:ea typeface="Arial"/>
              <a:cs typeface="Arial"/>
            </a:endParaRPr>
          </a:p>
        </p:txBody>
      </p:sp>
      <p:sp>
        <p:nvSpPr>
          <p:cNvPr id="4" name="矩形 3">
            <a:extLst xmlns:a="http://schemas.openxmlformats.org/drawingml/2006/main">
              <a:ext uri="{FF2B5EF4-FFF2-40B4-BE49-F238E27FC236}">
                <a16:creationId xmlns:a16="http://schemas.microsoft.com/office/drawing/2014/main" id="{6D0B9469-58F4-47A8-AB96-A109D92C6F68}"/>
              </a:ext>
            </a:extLst>
          </p:cNvPr>
          <p:cNvSpPr>
            <a:spLocks xmlns:a="http://schemas.openxmlformats.org/drawingml/2006/main" noGrp="1"/>
          </p:cNvSpPr>
          <p:nvPr/>
        </p:nvSpPr>
        <p:spPr>
          <a:xfrm xmlns:a="http://schemas.openxmlformats.org/drawingml/2006/main">
            <a:off x="571500" y="1428750"/>
            <a:ext cx="2286000" cy="2143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9300" b="1" i="0">
                <a:solidFill>
                  <a:srgbClr val="DCE9F3"/>
                </a:solidFill>
                <a:latin typeface="Arial"/>
                <a:ea typeface="Arial"/>
                <a:cs typeface="Arial"/>
              </a:defRPr>
            </a:pPr>
            <a:r>
              <a:rPr sz="9300" b="1" i="0">
                <a:solidFill>
                  <a:srgbClr val="DCE9F3"/>
                </a:solidFill>
                <a:latin typeface="Arial"/>
                <a:ea typeface="Arial"/>
                <a:cs typeface="Arial"/>
              </a:rPr>
              <a:t>01</a:t>
            </a:r>
            <a:endParaRPr sz="9300" b="1" i="0">
              <a:solidFill>
                <a:srgbClr val="DCE9F3"/>
              </a:solidFill>
              <a:latin typeface="Arial"/>
              <a:ea typeface="Arial"/>
              <a:cs typeface="Arial"/>
            </a:endParaRPr>
          </a:p>
        </p:txBody>
      </p:sp>
      <p:sp>
        <p:nvSpPr>
          <p:cNvPr id="5" name="矩形 4">
            <a:extLst xmlns:a="http://schemas.openxmlformats.org/drawingml/2006/main">
              <a:ext uri="{FF2B5EF4-FFF2-40B4-BE49-F238E27FC236}">
                <a16:creationId xmlns:a16="http://schemas.microsoft.com/office/drawing/2014/main" id="{1386B761-0456-47C2-A1B9-56D02048EF72}"/>
              </a:ext>
            </a:extLst>
          </p:cNvPr>
          <p:cNvSpPr>
            <a:spLocks xmlns:a="http://schemas.openxmlformats.org/drawingml/2006/main" noGrp="1"/>
          </p:cNvSpPr>
          <p:nvPr/>
        </p:nvSpPr>
        <p:spPr>
          <a:xfrm xmlns:a="http://schemas.openxmlformats.org/drawingml/2006/main">
            <a:off x="3124200" y="2305050"/>
            <a:ext cx="5334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3900" b="1" i="0">
                <a:solidFill>
                  <a:srgbClr val="074B82"/>
                </a:solidFill>
                <a:latin typeface="Arial"/>
                <a:ea typeface="Arial"/>
                <a:cs typeface="Arial"/>
              </a:defRPr>
            </a:pPr>
            <a:r>
              <a:rPr sz="3900" b="1" i="0">
                <a:solidFill>
                  <a:srgbClr val="074B82"/>
                </a:solidFill>
                <a:latin typeface="Arial"/>
                <a:ea typeface="Arial"/>
                <a:cs typeface="Arial"/>
              </a:rPr>
              <a:t>Background</a:t>
            </a:r>
            <a:endParaRPr sz="3900" b="1" i="0">
              <a:solidFill>
                <a:srgbClr val="074B82"/>
              </a:solidFill>
              <a:latin typeface="Arial"/>
              <a:ea typeface="Arial"/>
              <a:cs typeface="Arial"/>
            </a:endParaRPr>
          </a:p>
        </p:txBody>
      </p:sp>
      <p:sp>
        <p:nvSpPr>
          <p:cNvPr id="6" name="section-accent">
            <a:extLst xmlns:a="http://schemas.openxmlformats.org/drawingml/2006/main">
              <a:ext uri="{FF2B5EF4-FFF2-40B4-BE49-F238E27FC236}">
                <a16:creationId xmlns:a16="http://schemas.microsoft.com/office/drawing/2014/main" id="{573CFB5F-3D00-496B-B943-7F294F85A3B3}"/>
              </a:ext>
            </a:extLst>
          </p:cNvPr>
          <p:cNvSpPr>
            <a:spLocks xmlns:a="http://schemas.openxmlformats.org/drawingml/2006/main" noGrp="1"/>
          </p:cNvSpPr>
          <p:nvPr/>
        </p:nvSpPr>
        <p:spPr>
          <a:xfrm xmlns:a="http://schemas.openxmlformats.org/drawingml/2006/main">
            <a:off x="3171825" y="3286125"/>
            <a:ext cx="3143250" cy="47625"/>
          </a:xfrm>
          <a:prstGeom xmlns:a="http://schemas.openxmlformats.org/drawingml/2006/main" prst="rect">
            <a:avLst/>
          </a:prstGeom>
          <a:solidFill xmlns:a="http://schemas.openxmlformats.org/drawingml/2006/main">
            <a:srgbClr val="C8180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矩形 6">
            <a:extLst xmlns:a="http://schemas.openxmlformats.org/drawingml/2006/main">
              <a:ext uri="{FF2B5EF4-FFF2-40B4-BE49-F238E27FC236}">
                <a16:creationId xmlns:a16="http://schemas.microsoft.com/office/drawing/2014/main" id="{80268170-7FA9-4BAD-9203-5AA285FA62F6}"/>
              </a:ext>
            </a:extLst>
          </p:cNvPr>
          <p:cNvSpPr>
            <a:spLocks xmlns:a="http://schemas.openxmlformats.org/drawingml/2006/main" noGrp="1"/>
          </p:cNvSpPr>
          <p:nvPr/>
        </p:nvSpPr>
        <p:spPr>
          <a:xfrm xmlns:a="http://schemas.openxmlformats.org/drawingml/2006/main">
            <a:off x="3143250" y="3562350"/>
            <a:ext cx="4953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0000"/>
              </a:lnSpc>
              <a:buNone/>
              <a:defRPr sz="1725" b="0" i="0">
                <a:solidFill>
                  <a:srgbClr val="555555"/>
                </a:solidFill>
                <a:latin typeface="Arial"/>
                <a:ea typeface="Arial"/>
                <a:cs typeface="Arial"/>
              </a:defRPr>
            </a:pPr>
            <a:r>
              <a:rPr sz="1725" b="0" i="0">
                <a:solidFill>
                  <a:srgbClr val="555555"/>
                </a:solidFill>
                <a:latin typeface="Arial"/>
                <a:ea typeface="Arial"/>
                <a:cs typeface="Arial"/>
              </a:rPr>
              <a:t>Frame cameras, event cameras and the simulation objective</a:t>
            </a:r>
            <a:endParaRPr sz="1725" b="0" i="0">
              <a:solidFill>
                <a:srgbClr val="555555"/>
              </a:solidFill>
              <a:latin typeface="Arial"/>
              <a:ea typeface="Arial"/>
              <a:cs typeface="Arial"/>
            </a:endParaRPr>
          </a:p>
        </p:txBody>
      </p:sp>
      <p:sp>
        <p:nvSpPr>
          <p:cNvPr id="8" name="矩形 7">
            <a:extLst xmlns:a="http://schemas.openxmlformats.org/drawingml/2006/main">
              <a:ext uri="{FF2B5EF4-FFF2-40B4-BE49-F238E27FC236}">
                <a16:creationId xmlns:a16="http://schemas.microsoft.com/office/drawing/2014/main" id="{68D68340-5D02-4A87-8499-A44C67FCE3F4}"/>
              </a:ext>
            </a:extLst>
          </p:cNvPr>
          <p:cNvSpPr>
            <a:spLocks xmlns:a="http://schemas.openxmlformats.org/drawingml/2006/main" noGrp="1"/>
          </p:cNvSpPr>
          <p:nvPr/>
        </p:nvSpPr>
        <p:spPr>
          <a:xfrm xmlns:a="http://schemas.openxmlformats.org/drawingml/2006/main">
            <a:off x="3162300" y="5067300"/>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200" b="1" i="0">
                <a:solidFill>
                  <a:srgbClr val="1670C1"/>
                </a:solidFill>
                <a:latin typeface="Arial"/>
                <a:ea typeface="Arial"/>
                <a:cs typeface="Arial"/>
              </a:defRPr>
            </a:pPr>
            <a:r>
              <a:rPr sz="1200" b="1" i="0">
                <a:solidFill>
                  <a:srgbClr val="1670C1"/>
                </a:solidFill>
                <a:latin typeface="Arial"/>
                <a:ea typeface="Arial"/>
                <a:cs typeface="Arial"/>
              </a:rPr>
              <a:t>EVENT CAMERA SIMULATOR</a:t>
            </a:r>
            <a:endParaRPr sz="1200" b="1" i="0">
              <a:solidFill>
                <a:srgbClr val="1670C1"/>
              </a:solidFill>
              <a:latin typeface="Arial"/>
              <a:ea typeface="Arial"/>
              <a:cs typeface="Arial"/>
            </a:endParaRPr>
          </a:p>
        </p:txBody>
      </p:sp>
      <p:sp>
        <p:nvSpPr>
          <p:cNvPr id="9" name="footer-left">
            <a:extLst xmlns:a="http://schemas.openxmlformats.org/drawingml/2006/main">
              <a:ext uri="{FF2B5EF4-FFF2-40B4-BE49-F238E27FC236}">
                <a16:creationId xmlns:a16="http://schemas.microsoft.com/office/drawing/2014/main" id="{AD950DDF-AF2F-4609-8DA5-EEB48FBB0DD0}"/>
              </a:ext>
            </a:extLst>
          </p:cNvPr>
          <p:cNvSpPr>
            <a:spLocks xmlns:a="http://schemas.openxmlformats.org/drawingml/2006/main" noGrp="1"/>
          </p:cNvSpPr>
          <p:nvPr/>
        </p:nvSpPr>
        <p:spPr>
          <a:xfrm xmlns:a="http://schemas.openxmlformats.org/drawingml/2006/main">
            <a:off x="0" y="6629400"/>
            <a:ext cx="3048000" cy="228600"/>
          </a:xfrm>
          <a:prstGeom xmlns:a="http://schemas.openxmlformats.org/drawingml/2006/main" prst="rect">
            <a:avLst/>
          </a:prstGeom>
          <a:solidFill xmlns:a="http://schemas.openxmlformats.org/drawingml/2006/main">
            <a:srgbClr val="C4C5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0" name="footer-center">
            <a:extLst xmlns:a="http://schemas.openxmlformats.org/drawingml/2006/main">
              <a:ext uri="{FF2B5EF4-FFF2-40B4-BE49-F238E27FC236}">
                <a16:creationId xmlns:a16="http://schemas.microsoft.com/office/drawing/2014/main" id="{1A364DE7-816A-4D49-BC7B-4ACCD094EB96}"/>
              </a:ext>
            </a:extLst>
          </p:cNvPr>
          <p:cNvSpPr>
            <a:spLocks xmlns:a="http://schemas.openxmlformats.org/drawingml/2006/main" noGrp="1"/>
          </p:cNvSpPr>
          <p:nvPr/>
        </p:nvSpPr>
        <p:spPr>
          <a:xfrm xmlns:a="http://schemas.openxmlformats.org/drawingml/2006/main">
            <a:off x="3048000" y="6629400"/>
            <a:ext cx="3048000" cy="228600"/>
          </a:xfrm>
          <a:prstGeom xmlns:a="http://schemas.openxmlformats.org/drawingml/2006/main" prst="rect">
            <a:avLst/>
          </a:prstGeom>
          <a:solidFill xmlns:a="http://schemas.openxmlformats.org/drawingml/2006/main">
            <a:srgbClr val="B8BBD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1" name="footer-right">
            <a:extLst xmlns:a="http://schemas.openxmlformats.org/drawingml/2006/main">
              <a:ext uri="{FF2B5EF4-FFF2-40B4-BE49-F238E27FC236}">
                <a16:creationId xmlns:a16="http://schemas.microsoft.com/office/drawing/2014/main" id="{F040A6F7-89F7-476E-AAEF-2F1AF3A80892}"/>
              </a:ext>
            </a:extLst>
          </p:cNvPr>
          <p:cNvSpPr>
            <a:spLocks xmlns:a="http://schemas.openxmlformats.org/drawingml/2006/main" noGrp="1"/>
          </p:cNvSpPr>
          <p:nvPr/>
        </p:nvSpPr>
        <p:spPr>
          <a:xfrm xmlns:a="http://schemas.openxmlformats.org/drawingml/2006/main">
            <a:off x="6096000" y="6629400"/>
            <a:ext cx="2476500" cy="228600"/>
          </a:xfrm>
          <a:prstGeom xmlns:a="http://schemas.openxmlformats.org/drawingml/2006/main" prst="rect">
            <a:avLst/>
          </a:prstGeom>
          <a:solidFill xmlns:a="http://schemas.openxmlformats.org/drawingml/2006/main">
            <a:srgbClr val="C4C5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2" name="footer-page">
            <a:extLst xmlns:a="http://schemas.openxmlformats.org/drawingml/2006/main">
              <a:ext uri="{FF2B5EF4-FFF2-40B4-BE49-F238E27FC236}">
                <a16:creationId xmlns:a16="http://schemas.microsoft.com/office/drawing/2014/main" id="{9B9933BD-20D9-439B-929E-6344345A1555}"/>
              </a:ext>
            </a:extLst>
          </p:cNvPr>
          <p:cNvSpPr>
            <a:spLocks xmlns:a="http://schemas.openxmlformats.org/drawingml/2006/main" noGrp="1"/>
          </p:cNvSpPr>
          <p:nvPr/>
        </p:nvSpPr>
        <p:spPr>
          <a:xfrm xmlns:a="http://schemas.openxmlformats.org/drawingml/2006/main">
            <a:off x="8572500" y="6629400"/>
            <a:ext cx="571500" cy="228600"/>
          </a:xfrm>
          <a:prstGeom xmlns:a="http://schemas.openxmlformats.org/drawingml/2006/main" prst="rect">
            <a:avLst/>
          </a:prstGeom>
          <a:solidFill xmlns:a="http://schemas.openxmlformats.org/drawingml/2006/main">
            <a:srgbClr val="B8BBD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3" name="矩形 12">
            <a:extLst xmlns:a="http://schemas.openxmlformats.org/drawingml/2006/main">
              <a:ext uri="{FF2B5EF4-FFF2-40B4-BE49-F238E27FC236}">
                <a16:creationId xmlns:a16="http://schemas.microsoft.com/office/drawing/2014/main" id="{8EDE7B5E-8238-469A-8974-1503101E37FE}"/>
              </a:ext>
            </a:extLst>
          </p:cNvPr>
          <p:cNvSpPr>
            <a:spLocks xmlns:a="http://schemas.openxmlformats.org/drawingml/2006/main" noGrp="1"/>
          </p:cNvSpPr>
          <p:nvPr/>
        </p:nvSpPr>
        <p:spPr>
          <a:xfrm xmlns:a="http://schemas.openxmlformats.org/drawingml/2006/main">
            <a:off x="904875" y="66294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Group</a:t>
            </a:r>
            <a:r>
              <a:rPr sz="1050" b="0" i="0">
                <a:solidFill>
                  <a:srgbClr val="242424"/>
                </a:solidFill>
                <a:latin typeface="Arial"/>
                <a:ea typeface="Arial"/>
                <a:cs typeface="Arial"/>
              </a:rPr>
              <a:t> 1</a:t>
            </a:r>
            <a:r>
              <a:rPr sz="1050" b="0" i="0">
                <a:solidFill>
                  <a:srgbClr val="242424"/>
                </a:solidFill>
                <a:latin typeface="Arial"/>
                <a:ea typeface="Arial"/>
                <a:cs typeface="Arial"/>
              </a:rPr>
              <a:t>3</a:t>
            </a:r>
            <a:endParaRPr sz="1050" b="0" i="0">
              <a:solidFill>
                <a:srgbClr val="242424"/>
              </a:solidFill>
              <a:latin typeface="Arial"/>
              <a:ea typeface="Arial"/>
              <a:cs typeface="Arial"/>
            </a:endParaRPr>
          </a:p>
        </p:txBody>
      </p:sp>
      <p:sp>
        <p:nvSpPr>
          <p:cNvPr id="14" name="矩形 13">
            <a:extLst xmlns:a="http://schemas.openxmlformats.org/drawingml/2006/main">
              <a:ext uri="{FF2B5EF4-FFF2-40B4-BE49-F238E27FC236}">
                <a16:creationId xmlns:a16="http://schemas.microsoft.com/office/drawing/2014/main" id="{7EF47211-3B8D-4893-A815-B31C2CC10E5F}"/>
              </a:ext>
            </a:extLst>
          </p:cNvPr>
          <p:cNvSpPr>
            <a:spLocks xmlns:a="http://schemas.openxmlformats.org/drawingml/2006/main" noGrp="1"/>
          </p:cNvSpPr>
          <p:nvPr/>
        </p:nvSpPr>
        <p:spPr>
          <a:xfrm xmlns:a="http://schemas.openxmlformats.org/drawingml/2006/main">
            <a:off x="3810000" y="66294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EE5110/EE6110</a:t>
            </a:r>
            <a:endParaRPr sz="1050" b="0" i="0">
              <a:solidFill>
                <a:srgbClr val="242424"/>
              </a:solidFill>
              <a:latin typeface="Arial"/>
              <a:ea typeface="Arial"/>
              <a:cs typeface="Arial"/>
            </a:endParaRPr>
          </a:p>
        </p:txBody>
      </p:sp>
      <p:sp>
        <p:nvSpPr>
          <p:cNvPr id="15" name="矩形 14">
            <a:extLst xmlns:a="http://schemas.openxmlformats.org/drawingml/2006/main">
              <a:ext uri="{FF2B5EF4-FFF2-40B4-BE49-F238E27FC236}">
                <a16:creationId xmlns:a16="http://schemas.microsoft.com/office/drawing/2014/main" id="{D746C1BB-469F-4850-BF1F-3C61E1E92592}"/>
              </a:ext>
            </a:extLst>
          </p:cNvPr>
          <p:cNvSpPr>
            <a:spLocks xmlns:a="http://schemas.openxmlformats.org/drawingml/2006/main" noGrp="1"/>
          </p:cNvSpPr>
          <p:nvPr/>
        </p:nvSpPr>
        <p:spPr>
          <a:xfrm xmlns:a="http://schemas.openxmlformats.org/drawingml/2006/main">
            <a:off x="6572250" y="66294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975" b="0" i="0">
                <a:solidFill>
                  <a:srgbClr val="242424"/>
                </a:solidFill>
                <a:latin typeface="Arial"/>
                <a:ea typeface="Arial"/>
                <a:cs typeface="Arial"/>
              </a:defRPr>
            </a:pPr>
            <a:r>
              <a:rPr sz="975" b="0" i="0">
                <a:solidFill>
                  <a:srgbClr val="242424"/>
                </a:solidFill>
                <a:latin typeface="Arial"/>
                <a:ea typeface="Arial"/>
                <a:cs typeface="Arial"/>
              </a:rPr>
              <a:t>Event Camera Simulator</a:t>
            </a:r>
            <a:endParaRPr sz="975" b="0" i="0">
              <a:solidFill>
                <a:srgbClr val="242424"/>
              </a:solidFill>
              <a:latin typeface="Arial"/>
              <a:ea typeface="Arial"/>
              <a:cs typeface="Arial"/>
            </a:endParaRPr>
          </a:p>
        </p:txBody>
      </p:sp>
      <p:sp>
        <p:nvSpPr>
          <p:cNvPr id="16" name="page-number">
            <a:extLst xmlns:a="http://schemas.openxmlformats.org/drawingml/2006/main">
              <a:ext uri="{FF2B5EF4-FFF2-40B4-BE49-F238E27FC236}">
                <a16:creationId xmlns:a16="http://schemas.microsoft.com/office/drawing/2014/main" id="{BABAD0CE-6AA4-4279-A536-99E8CDF3477E}"/>
              </a:ext>
            </a:extLst>
          </p:cNvPr>
          <p:cNvSpPr>
            <a:spLocks xmlns:a="http://schemas.openxmlformats.org/drawingml/2006/main" noGrp="1"/>
          </p:cNvSpPr>
          <p:nvPr/>
        </p:nvSpPr>
        <p:spPr>
          <a:xfrm xmlns:a="http://schemas.openxmlformats.org/drawingml/2006/main">
            <a:off x="8677275" y="66294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3</a:t>
            </a:r>
            <a:endParaRPr sz="1050" b="0" i="0">
              <a:solidFill>
                <a:srgbClr val="242424"/>
              </a:solidFill>
              <a:latin typeface="Arial"/>
              <a:ea typeface="Arial"/>
              <a:cs typeface="Arial"/>
            </a:endParaRPr>
          </a:p>
        </p:txBody>
      </p:sp>
    </p:spTree>
    <p:extLst>
      <p:ext uri="{BB962C8B-B14F-4D97-AF65-F5344CB8AC3E}">
        <p14:creationId xmlns:p14="http://schemas.microsoft.com/office/powerpoint/2010/main" val="133479191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le-band">
            <a:extLst xmlns:a="http://schemas.openxmlformats.org/drawingml/2006/main">
              <a:ext uri="{FF2B5EF4-FFF2-40B4-BE49-F238E27FC236}">
                <a16:creationId xmlns:a16="http://schemas.microsoft.com/office/drawing/2014/main" id="{B33CB47C-76B7-4F4A-99A2-E9D318303D0C}"/>
              </a:ext>
            </a:extLst>
          </p:cNvPr>
          <p:cNvSpPr>
            <a:spLocks xmlns:a="http://schemas.openxmlformats.org/drawingml/2006/main" noGrp="1"/>
          </p:cNvSpPr>
          <p:nvPr/>
        </p:nvSpPr>
        <p:spPr>
          <a:xfrm xmlns:a="http://schemas.openxmlformats.org/drawingml/2006/main">
            <a:off x="0" y="0"/>
            <a:ext cx="9144000" cy="838200"/>
          </a:xfrm>
          <a:prstGeom xmlns:a="http://schemas.openxmlformats.org/drawingml/2006/main" prst="rect">
            <a:avLst/>
          </a:prstGeom>
          <a:solidFill xmlns:a="http://schemas.openxmlformats.org/drawingml/2006/main">
            <a:srgbClr val="F0F0F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slide-title">
            <a:extLst xmlns:a="http://schemas.openxmlformats.org/drawingml/2006/main">
              <a:ext uri="{FF2B5EF4-FFF2-40B4-BE49-F238E27FC236}">
                <a16:creationId xmlns:a16="http://schemas.microsoft.com/office/drawing/2014/main" id="{0235DF84-BA4B-4699-A4E9-5DC2DF13D763}"/>
              </a:ext>
            </a:extLst>
          </p:cNvPr>
          <p:cNvSpPr>
            <a:spLocks xmlns:a="http://schemas.openxmlformats.org/drawingml/2006/main" noGrp="1"/>
          </p:cNvSpPr>
          <p:nvPr/>
        </p:nvSpPr>
        <p:spPr>
          <a:xfrm xmlns:a="http://schemas.openxmlformats.org/drawingml/2006/main">
            <a:off x="323850" y="133350"/>
            <a:ext cx="723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buNone/>
              <a:defRPr sz="2550" b="0" i="0">
                <a:solidFill>
                  <a:srgbClr val="074B82"/>
                </a:solidFill>
                <a:latin typeface="Arial"/>
                <a:ea typeface="Arial"/>
                <a:cs typeface="Arial"/>
              </a:defRPr>
            </a:pPr>
            <a:r>
              <a:rPr sz="2550" b="0" i="0">
                <a:solidFill>
                  <a:srgbClr val="074B82"/>
                </a:solidFill>
                <a:latin typeface="Arial"/>
                <a:ea typeface="Arial"/>
                <a:cs typeface="Arial"/>
              </a:rPr>
              <a:t>Background: Event Cameras</a:t>
            </a:r>
            <a:endParaRPr sz="2550" b="0" i="0">
              <a:solidFill>
                <a:srgbClr val="074B82"/>
              </a:solidFill>
              <a:latin typeface="Arial"/>
              <a:ea typeface="Arial"/>
              <a:cs typeface="Arial"/>
            </a:endParaRPr>
          </a:p>
        </p:txBody>
      </p:sp>
      <p:sp>
        <p:nvSpPr>
          <p:cNvPr id="3" name="矩形 2">
            <a:extLst xmlns:a="http://schemas.openxmlformats.org/drawingml/2006/main">
              <a:ext uri="{FF2B5EF4-FFF2-40B4-BE49-F238E27FC236}">
                <a16:creationId xmlns:a16="http://schemas.microsoft.com/office/drawing/2014/main" id="{5AF6730E-98DB-4CC4-B3BB-804C7A8DCC07}"/>
              </a:ext>
            </a:extLst>
          </p:cNvPr>
          <p:cNvSpPr>
            <a:spLocks xmlns:a="http://schemas.openxmlformats.org/drawingml/2006/main" noGrp="1"/>
          </p:cNvSpPr>
          <p:nvPr/>
        </p:nvSpPr>
        <p:spPr>
          <a:xfrm xmlns:a="http://schemas.openxmlformats.org/drawingml/2006/main">
            <a:off x="457200" y="990600"/>
            <a:ext cx="590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buNone/>
              <a:defRPr sz="1950" b="1" i="0">
                <a:solidFill>
                  <a:srgbClr val="C8180A"/>
                </a:solidFill>
                <a:latin typeface="Arial"/>
                <a:ea typeface="Arial"/>
                <a:cs typeface="Arial"/>
              </a:defRPr>
            </a:pPr>
            <a:r>
              <a:rPr sz="1950" b="1" i="0">
                <a:solidFill>
                  <a:srgbClr val="C8180A"/>
                </a:solidFill>
                <a:latin typeface="Arial"/>
                <a:ea typeface="Arial"/>
                <a:cs typeface="Arial"/>
              </a:rPr>
              <a:t>Frame-based sensing vs. event-based sensing</a:t>
            </a:r>
            <a:endParaRPr sz="1950" b="1" i="0">
              <a:solidFill>
                <a:srgbClr val="C8180A"/>
              </a:solidFill>
              <a:latin typeface="Arial"/>
              <a:ea typeface="Arial"/>
              <a:cs typeface="Arial"/>
            </a:endParaRPr>
          </a:p>
        </p:txBody>
      </p:sp>
      <p:graphicFrame>
        <p:nvGraphicFramePr>
          <p:cNvPr id="22" name="表格 21"/>
          <p:cNvGraphicFramePr/>
          <p:nvPr/>
        </p:nvGraphicFramePr>
        <p:xfrm>
          <a:off xmlns:a="http://schemas.openxmlformats.org/drawingml/2006/main" x="457200" y="1581150"/>
          <a:ext xmlns:a="http://schemas.openxmlformats.org/drawingml/2006/main" cx="8229600" cy="3067052"/>
        </p:xfrm>
        <a:graphic xmlns:a="http://schemas.openxmlformats.org/drawingml/2006/main">
          <a:graphicData uri="http://schemas.openxmlformats.org/drawingml/2006/table">
            <a:tbl>
              <a:tblPr/>
              <a:tblGrid>
                <a:gridCol w="1466850"/>
                <a:gridCol w="3257550"/>
                <a:gridCol w="3505200"/>
              </a:tblGrid>
              <a:tr h="457200">
                <a:tc>
                  <a:txBody>
                    <a:bodyPr/>
                    <a:lstStyle/>
                    <a:p>
                      <a:pPr algn="ctr">
                        <a:buNone/>
                      </a:pPr>
                      <a:r>
                        <a:rPr sz="1350" b="1">
                          <a:solidFill>
                            <a:srgbClr val="FFFFFF"/>
                          </a:solidFill>
                          <a:latin typeface="Arial"/>
                          <a:ea typeface="Arial"/>
                          <a:cs typeface="Arial"/>
                        </a:rPr>
                        <a:t>Aspect</a:t>
                      </a:r>
                      <a:endParaRPr sz="1350" b="1">
                        <a:solidFill>
                          <a:srgbClr val="FFFFFF"/>
                        </a:solidFill>
                        <a:latin typeface="Arial"/>
                        <a:ea typeface="Arial"/>
                        <a:cs typeface="Arial"/>
                      </a:endParaRPr>
                    </a:p>
                  </a:txBody>
                  <a:tcPr marL="95250" marR="76200" marT="47625" marB="47625" anchor="ctr">
                    <a:solidFill>
                      <a:srgbClr val="074B82"/>
                    </a:solidFill>
                  </a:tcPr>
                </a:tc>
                <a:tc>
                  <a:txBody>
                    <a:bodyPr/>
                    <a:lstStyle/>
                    <a:p>
                      <a:pPr algn="l">
                        <a:buNone/>
                      </a:pPr>
                      <a:r>
                        <a:rPr sz="1350" b="1">
                          <a:solidFill>
                            <a:srgbClr val="FFFFFF"/>
                          </a:solidFill>
                          <a:latin typeface="Arial"/>
                          <a:ea typeface="Arial"/>
                          <a:cs typeface="Arial"/>
                        </a:rPr>
                        <a:t>Frame camera</a:t>
                      </a:r>
                      <a:endParaRPr sz="1350" b="1">
                        <a:solidFill>
                          <a:srgbClr val="FFFFFF"/>
                        </a:solidFill>
                        <a:latin typeface="Arial"/>
                        <a:ea typeface="Arial"/>
                        <a:cs typeface="Arial"/>
                      </a:endParaRPr>
                    </a:p>
                  </a:txBody>
                  <a:tcPr marL="95250" marR="76200" marT="47625" marB="47625" anchor="ctr">
                    <a:solidFill>
                      <a:srgbClr val="074B82"/>
                    </a:solidFill>
                  </a:tcPr>
                </a:tc>
                <a:tc>
                  <a:txBody>
                    <a:bodyPr/>
                    <a:lstStyle/>
                    <a:p>
                      <a:pPr algn="l">
                        <a:buNone/>
                      </a:pPr>
                      <a:r>
                        <a:rPr sz="1350" b="1">
                          <a:solidFill>
                            <a:srgbClr val="FFFFFF"/>
                          </a:solidFill>
                          <a:latin typeface="Arial"/>
                          <a:ea typeface="Arial"/>
                          <a:cs typeface="Arial"/>
                        </a:rPr>
                        <a:t>Event camera</a:t>
                      </a:r>
                      <a:endParaRPr sz="1350" b="1">
                        <a:solidFill>
                          <a:srgbClr val="FFFFFF"/>
                        </a:solidFill>
                        <a:latin typeface="Arial"/>
                        <a:ea typeface="Arial"/>
                        <a:cs typeface="Arial"/>
                      </a:endParaRPr>
                    </a:p>
                  </a:txBody>
                  <a:tcPr marL="95250" marR="76200" marT="47625" marB="47625" anchor="ctr">
                    <a:solidFill>
                      <a:srgbClr val="074B82"/>
                    </a:solidFill>
                  </a:tcPr>
                </a:tc>
              </a:tr>
              <a:tr h="652463">
                <a:tc>
                  <a:txBody>
                    <a:bodyPr/>
                    <a:lstStyle/>
                    <a:p>
                      <a:pPr algn="ctr">
                        <a:buNone/>
                      </a:pPr>
                      <a:r>
                        <a:rPr sz="1275" b="1">
                          <a:solidFill>
                            <a:srgbClr val="111111"/>
                          </a:solidFill>
                          <a:latin typeface="Arial"/>
                          <a:ea typeface="Arial"/>
                          <a:cs typeface="Arial"/>
                        </a:rPr>
                        <a:t>Output</a:t>
                      </a:r>
                      <a:endParaRPr sz="1275" b="1">
                        <a:solidFill>
                          <a:srgbClr val="111111"/>
                        </a:solidFill>
                        <a:latin typeface="Arial"/>
                        <a:ea typeface="Arial"/>
                        <a:cs typeface="Arial"/>
                      </a:endParaRPr>
                    </a:p>
                  </a:txBody>
                  <a:tcPr marL="95250" marR="76200" marT="47625" marB="47625" anchor="ctr">
                    <a:solidFill>
                      <a:srgbClr val="F2F5F8"/>
                    </a:solidFill>
                  </a:tcPr>
                </a:tc>
                <a:tc>
                  <a:txBody>
                    <a:bodyPr/>
                    <a:lstStyle/>
                    <a:p>
                      <a:pPr algn="l">
                        <a:buNone/>
                      </a:pPr>
                      <a:r>
                        <a:rPr sz="1275" b="0">
                          <a:solidFill>
                            <a:srgbClr val="111111"/>
                          </a:solidFill>
                          <a:latin typeface="Arial"/>
                          <a:ea typeface="Arial"/>
                          <a:cs typeface="Arial"/>
                        </a:rPr>
                        <a:t>Complete image at each exposure</a:t>
                      </a:r>
                      <a:endParaRPr sz="1275" b="0">
                        <a:solidFill>
                          <a:srgbClr val="111111"/>
                        </a:solidFill>
                        <a:latin typeface="Arial"/>
                        <a:ea typeface="Arial"/>
                        <a:cs typeface="Arial"/>
                      </a:endParaRPr>
                    </a:p>
                  </a:txBody>
                  <a:tcPr marL="95250" marR="76200" marT="47625" marB="47625" anchor="ctr">
                    <a:solidFill>
                      <a:srgbClr val="FFFFFF"/>
                    </a:solidFill>
                  </a:tcPr>
                </a:tc>
                <a:tc>
                  <a:txBody>
                    <a:bodyPr/>
                    <a:lstStyle/>
                    <a:p>
                      <a:pPr algn="l">
                        <a:buNone/>
                      </a:pPr>
                      <a:r>
                        <a:rPr sz="1275" b="0">
                          <a:solidFill>
                            <a:srgbClr val="074B82"/>
                          </a:solidFill>
                          <a:latin typeface="Arial"/>
                          <a:ea typeface="Arial"/>
                          <a:cs typeface="Arial"/>
                        </a:rPr>
                        <a:t>Pixel-level brightness changes</a:t>
                      </a:r>
                      <a:endParaRPr sz="1275" b="0">
                        <a:solidFill>
                          <a:srgbClr val="074B82"/>
                        </a:solidFill>
                        <a:latin typeface="Arial"/>
                        <a:ea typeface="Arial"/>
                        <a:cs typeface="Arial"/>
                      </a:endParaRPr>
                    </a:p>
                  </a:txBody>
                  <a:tcPr marL="95250" marR="76200" marT="47625" marB="47625" anchor="ctr">
                    <a:solidFill>
                      <a:srgbClr val="E8F2FB"/>
                    </a:solidFill>
                  </a:tcPr>
                </a:tc>
              </a:tr>
              <a:tr h="652463">
                <a:tc>
                  <a:txBody>
                    <a:bodyPr/>
                    <a:lstStyle/>
                    <a:p>
                      <a:pPr algn="ctr">
                        <a:buNone/>
                      </a:pPr>
                      <a:r>
                        <a:rPr sz="1275" b="1">
                          <a:solidFill>
                            <a:srgbClr val="111111"/>
                          </a:solidFill>
                          <a:latin typeface="Arial"/>
                          <a:ea typeface="Arial"/>
                          <a:cs typeface="Arial"/>
                        </a:rPr>
                        <a:t>Timing</a:t>
                      </a:r>
                      <a:endParaRPr sz="1275" b="1">
                        <a:solidFill>
                          <a:srgbClr val="111111"/>
                        </a:solidFill>
                        <a:latin typeface="Arial"/>
                        <a:ea typeface="Arial"/>
                        <a:cs typeface="Arial"/>
                      </a:endParaRPr>
                    </a:p>
                  </a:txBody>
                  <a:tcPr marL="95250" marR="76200" marT="47625" marB="47625" anchor="ctr">
                    <a:solidFill>
                      <a:srgbClr val="F2F5F8"/>
                    </a:solidFill>
                  </a:tcPr>
                </a:tc>
                <a:tc>
                  <a:txBody>
                    <a:bodyPr/>
                    <a:lstStyle/>
                    <a:p>
                      <a:pPr algn="l">
                        <a:buNone/>
                      </a:pPr>
                      <a:r>
                        <a:rPr sz="1275" b="0">
                          <a:solidFill>
                            <a:srgbClr val="111111"/>
                          </a:solidFill>
                          <a:latin typeface="Arial"/>
                          <a:ea typeface="Arial"/>
                          <a:cs typeface="Arial"/>
                        </a:rPr>
                        <a:t>Synchronous sampling at fixed FPS</a:t>
                      </a:r>
                      <a:endParaRPr sz="1275" b="0">
                        <a:solidFill>
                          <a:srgbClr val="111111"/>
                        </a:solidFill>
                        <a:latin typeface="Arial"/>
                        <a:ea typeface="Arial"/>
                        <a:cs typeface="Arial"/>
                      </a:endParaRPr>
                    </a:p>
                  </a:txBody>
                  <a:tcPr marL="95250" marR="76200" marT="47625" marB="47625" anchor="ctr">
                    <a:solidFill>
                      <a:srgbClr val="F7F7F7"/>
                    </a:solidFill>
                  </a:tcPr>
                </a:tc>
                <a:tc>
                  <a:txBody>
                    <a:bodyPr/>
                    <a:lstStyle/>
                    <a:p>
                      <a:pPr algn="l">
                        <a:buNone/>
                      </a:pPr>
                      <a:r>
                        <a:rPr sz="1275" b="0">
                          <a:solidFill>
                            <a:srgbClr val="074B82"/>
                          </a:solidFill>
                          <a:latin typeface="Arial"/>
                          <a:ea typeface="Arial"/>
                          <a:cs typeface="Arial"/>
                        </a:rPr>
                        <a:t>Asynchronous timestamp per event</a:t>
                      </a:r>
                      <a:endParaRPr sz="1275" b="0">
                        <a:solidFill>
                          <a:srgbClr val="074B82"/>
                        </a:solidFill>
                        <a:latin typeface="Arial"/>
                        <a:ea typeface="Arial"/>
                        <a:cs typeface="Arial"/>
                      </a:endParaRPr>
                    </a:p>
                  </a:txBody>
                  <a:tcPr marL="95250" marR="76200" marT="47625" marB="47625" anchor="ctr">
                    <a:solidFill>
                      <a:srgbClr val="DDECF8"/>
                    </a:solidFill>
                  </a:tcPr>
                </a:tc>
              </a:tr>
              <a:tr h="652463">
                <a:tc>
                  <a:txBody>
                    <a:bodyPr/>
                    <a:lstStyle/>
                    <a:p>
                      <a:pPr algn="ctr">
                        <a:buNone/>
                      </a:pPr>
                      <a:r>
                        <a:rPr sz="1275" b="1">
                          <a:solidFill>
                            <a:srgbClr val="111111"/>
                          </a:solidFill>
                          <a:latin typeface="Arial"/>
                          <a:ea typeface="Arial"/>
                          <a:cs typeface="Arial"/>
                        </a:rPr>
                        <a:t>Redundancy</a:t>
                      </a:r>
                      <a:endParaRPr sz="1275" b="1">
                        <a:solidFill>
                          <a:srgbClr val="111111"/>
                        </a:solidFill>
                        <a:latin typeface="Arial"/>
                        <a:ea typeface="Arial"/>
                        <a:cs typeface="Arial"/>
                      </a:endParaRPr>
                    </a:p>
                  </a:txBody>
                  <a:tcPr marL="95250" marR="76200" marT="47625" marB="47625" anchor="ctr">
                    <a:solidFill>
                      <a:srgbClr val="F2F5F8"/>
                    </a:solidFill>
                  </a:tcPr>
                </a:tc>
                <a:tc>
                  <a:txBody>
                    <a:bodyPr/>
                    <a:lstStyle/>
                    <a:p>
                      <a:pPr algn="l">
                        <a:buNone/>
                      </a:pPr>
                      <a:r>
                        <a:rPr sz="1275" b="0">
                          <a:solidFill>
                            <a:srgbClr val="111111"/>
                          </a:solidFill>
                          <a:latin typeface="Arial"/>
                          <a:ea typeface="Arial"/>
                          <a:cs typeface="Arial"/>
                        </a:rPr>
                        <a:t>Records unchanged regions again</a:t>
                      </a:r>
                      <a:endParaRPr sz="1275" b="0">
                        <a:solidFill>
                          <a:srgbClr val="111111"/>
                        </a:solidFill>
                        <a:latin typeface="Arial"/>
                        <a:ea typeface="Arial"/>
                        <a:cs typeface="Arial"/>
                      </a:endParaRPr>
                    </a:p>
                  </a:txBody>
                  <a:tcPr marL="95250" marR="76200" marT="47625" marB="47625" anchor="ctr">
                    <a:solidFill>
                      <a:srgbClr val="FFFFFF"/>
                    </a:solidFill>
                  </a:tcPr>
                </a:tc>
                <a:tc>
                  <a:txBody>
                    <a:bodyPr/>
                    <a:lstStyle/>
                    <a:p>
                      <a:pPr algn="l">
                        <a:buNone/>
                      </a:pPr>
                      <a:r>
                        <a:rPr sz="1275" b="0">
                          <a:solidFill>
                            <a:srgbClr val="074B82"/>
                          </a:solidFill>
                          <a:latin typeface="Arial"/>
                          <a:ea typeface="Arial"/>
                          <a:cs typeface="Arial"/>
                        </a:rPr>
                        <a:t>Reports threshold crossings only</a:t>
                      </a:r>
                      <a:endParaRPr sz="1275" b="0">
                        <a:solidFill>
                          <a:srgbClr val="074B82"/>
                        </a:solidFill>
                        <a:latin typeface="Arial"/>
                        <a:ea typeface="Arial"/>
                        <a:cs typeface="Arial"/>
                      </a:endParaRPr>
                    </a:p>
                  </a:txBody>
                  <a:tcPr marL="95250" marR="76200" marT="47625" marB="47625" anchor="ctr">
                    <a:solidFill>
                      <a:srgbClr val="E8F2FB"/>
                    </a:solidFill>
                  </a:tcPr>
                </a:tc>
              </a:tr>
              <a:tr h="652463">
                <a:tc>
                  <a:txBody>
                    <a:bodyPr/>
                    <a:lstStyle/>
                    <a:p>
                      <a:pPr algn="ctr">
                        <a:buNone/>
                      </a:pPr>
                      <a:r>
                        <a:rPr sz="1275" b="1">
                          <a:solidFill>
                            <a:srgbClr val="111111"/>
                          </a:solidFill>
                          <a:latin typeface="Arial"/>
                          <a:ea typeface="Arial"/>
                          <a:cs typeface="Arial"/>
                        </a:rPr>
                        <a:t>Fast motion</a:t>
                      </a:r>
                      <a:endParaRPr sz="1275" b="1">
                        <a:solidFill>
                          <a:srgbClr val="111111"/>
                        </a:solidFill>
                        <a:latin typeface="Arial"/>
                        <a:ea typeface="Arial"/>
                        <a:cs typeface="Arial"/>
                      </a:endParaRPr>
                    </a:p>
                  </a:txBody>
                  <a:tcPr marL="95250" marR="76200" marT="47625" marB="47625" anchor="ctr">
                    <a:solidFill>
                      <a:srgbClr val="F2F5F8"/>
                    </a:solidFill>
                  </a:tcPr>
                </a:tc>
                <a:tc>
                  <a:txBody>
                    <a:bodyPr/>
                    <a:lstStyle/>
                    <a:p>
                      <a:pPr algn="l">
                        <a:buNone/>
                      </a:pPr>
                      <a:r>
                        <a:rPr sz="1275" b="0">
                          <a:solidFill>
                            <a:srgbClr val="111111"/>
                          </a:solidFill>
                          <a:latin typeface="Arial"/>
                          <a:ea typeface="Arial"/>
                          <a:cs typeface="Arial"/>
                        </a:rPr>
                        <a:t>Limited by exposure and frame rate</a:t>
                      </a:r>
                      <a:endParaRPr sz="1275" b="0">
                        <a:solidFill>
                          <a:srgbClr val="111111"/>
                        </a:solidFill>
                        <a:latin typeface="Arial"/>
                        <a:ea typeface="Arial"/>
                        <a:cs typeface="Arial"/>
                      </a:endParaRPr>
                    </a:p>
                  </a:txBody>
                  <a:tcPr marL="95250" marR="76200" marT="47625" marB="47625" anchor="ctr">
                    <a:solidFill>
                      <a:srgbClr val="F7F7F7"/>
                    </a:solidFill>
                  </a:tcPr>
                </a:tc>
                <a:tc>
                  <a:txBody>
                    <a:bodyPr/>
                    <a:lstStyle/>
                    <a:p>
                      <a:pPr algn="l">
                        <a:buNone/>
                      </a:pPr>
                      <a:r>
                        <a:rPr sz="1275" b="0">
                          <a:solidFill>
                            <a:srgbClr val="074B82"/>
                          </a:solidFill>
                          <a:latin typeface="Arial"/>
                          <a:ea typeface="Arial"/>
                          <a:cs typeface="Arial"/>
                        </a:rPr>
                        <a:t>Records rapid changes without waiting for the next frame</a:t>
                      </a:r>
                      <a:endParaRPr sz="1275" b="0">
                        <a:solidFill>
                          <a:srgbClr val="074B82"/>
                        </a:solidFill>
                        <a:latin typeface="Arial"/>
                        <a:ea typeface="Arial"/>
                        <a:cs typeface="Arial"/>
                      </a:endParaRPr>
                    </a:p>
                  </a:txBody>
                  <a:tcPr marL="95250" marR="76200" marT="47625" marB="47625" anchor="ctr">
                    <a:solidFill>
                      <a:srgbClr val="DDECF8"/>
                    </a:solidFill>
                  </a:tcPr>
                </a:tc>
              </a:tr>
            </a:tbl>
          </a:graphicData>
        </a:graphic>
      </p:graphicFrame>
      <p:sp>
        <p:nvSpPr>
          <p:cNvPr id="5" name="矩形 4">
            <a:extLst xmlns:a="http://schemas.openxmlformats.org/drawingml/2006/main">
              <a:ext uri="{FF2B5EF4-FFF2-40B4-BE49-F238E27FC236}">
                <a16:creationId xmlns:a16="http://schemas.microsoft.com/office/drawing/2014/main" id="{355E8F74-81D5-49CB-8011-C50EC84184BC}"/>
              </a:ext>
            </a:extLst>
          </p:cNvPr>
          <p:cNvSpPr>
            <a:spLocks xmlns:a="http://schemas.openxmlformats.org/drawingml/2006/main" noGrp="1"/>
          </p:cNvSpPr>
          <p:nvPr/>
        </p:nvSpPr>
        <p:spPr>
          <a:xfrm xmlns:a="http://schemas.openxmlformats.org/drawingml/2006/main">
            <a:off x="609600" y="4933950"/>
            <a:ext cx="2076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rmAutofit/>
          </a:bodyPr>
          <a:lstStyle xmlns:a="http://schemas.openxmlformats.org/drawingml/2006/main"/>
          <a:p xmlns:a="http://schemas.openxmlformats.org/drawingml/2006/main">
            <a:pPr algn="l">
              <a:buNone/>
              <a:defRPr sz="1575" b="1" i="0">
                <a:solidFill>
                  <a:srgbClr val="C8180A"/>
                </a:solidFill>
                <a:latin typeface="Arial"/>
                <a:ea typeface="Arial"/>
                <a:cs typeface="Arial"/>
              </a:defRPr>
            </a:pPr>
            <a:r>
              <a:rPr sz="1575" b="1" i="0">
                <a:solidFill>
                  <a:srgbClr val="C8180A"/>
                </a:solidFill>
                <a:latin typeface="Arial"/>
                <a:ea typeface="Arial"/>
                <a:cs typeface="Arial"/>
              </a:rPr>
              <a:t>Event representation</a:t>
            </a:r>
            <a:endParaRPr sz="1575" b="1" i="0">
              <a:solidFill>
                <a:srgbClr val="C8180A"/>
              </a:solidFill>
              <a:latin typeface="Arial"/>
              <a:ea typeface="Arial"/>
              <a:cs typeface="Arial"/>
            </a:endParaRPr>
          </a:p>
        </p:txBody>
      </p:sp>
      <p:sp>
        <p:nvSpPr>
          <p:cNvPr id="6" name="矩形 5">
            <a:extLst xmlns:a="http://schemas.openxmlformats.org/drawingml/2006/main">
              <a:ext uri="{FF2B5EF4-FFF2-40B4-BE49-F238E27FC236}">
                <a16:creationId xmlns:a16="http://schemas.microsoft.com/office/drawing/2014/main" id="{DD9B9B53-5AF3-4820-AF83-79AA47D7B0A3}"/>
              </a:ext>
            </a:extLst>
          </p:cNvPr>
          <p:cNvSpPr>
            <a:spLocks xmlns:a="http://schemas.openxmlformats.org/drawingml/2006/main" noGrp="1"/>
          </p:cNvSpPr>
          <p:nvPr/>
        </p:nvSpPr>
        <p:spPr>
          <a:xfrm xmlns:a="http://schemas.openxmlformats.org/drawingml/2006/main">
            <a:off x="2686050" y="4810125"/>
            <a:ext cx="5619750" cy="523875"/>
          </a:xfrm>
          <a:prstGeom xmlns:a="http://schemas.openxmlformats.org/drawingml/2006/main" prst="rect">
            <a:avLst/>
          </a:prstGeom>
          <a:solidFill xmlns:a="http://schemas.openxmlformats.org/drawingml/2006/main">
            <a:srgbClr val="E8F2FB"/>
          </a:solidFill>
          <a:ln xmlns:a="http://schemas.openxmlformats.org/drawingml/2006/main" w="9525">
            <a:solidFill>
              <a:srgbClr val="B7D0E6"/>
            </a:solidFill>
            <a:prstDash val="solid"/>
          </a:ln>
        </p:spPr>
        <p:txBody>
          <a:bodyPr xmlns:a="http://schemas.openxmlformats.org/drawingml/2006/main" wrap="square" lIns="38100" tIns="19050" rIns="38100" bIns="19050" anchor="ctr">
            <a:normAutofit/>
          </a:bodyPr>
          <a:lstStyle xmlns:a="http://schemas.openxmlformats.org/drawingml/2006/main"/>
          <a:p xmlns:a="http://schemas.openxmlformats.org/drawingml/2006/main">
            <a:pPr algn="ctr">
              <a:buNone/>
              <a:defRPr sz="2025" b="1" i="0">
                <a:solidFill>
                  <a:srgbClr val="074B82"/>
                </a:solidFill>
                <a:latin typeface="Arial"/>
                <a:ea typeface="Arial"/>
                <a:cs typeface="Arial"/>
              </a:defRPr>
            </a:pPr>
            <a14:m xmlns:a14="http://schemas.microsoft.com/office/drawing/2010/main">
              <m:oMathPara xmlns:m="http://schemas.openxmlformats.org/officeDocument/2006/math">
                <m:oMath>
                  <m:sSub>
                    <m:e>
                      <m:r>
                        <a:rPr xmlns:a="http://schemas.openxmlformats.org/drawingml/2006/main" lang="en-US" sz="2025" b="1" i="1">
                          <a:solidFill>
                            <a:srgbClr val="074B82"/>
                          </a:solidFill>
                          <a:latin typeface="DejaVu Math TeX Gyre"/>
                          <a:ea typeface="DejaVu Math TeX Gyre"/>
                          <a:cs typeface="DejaVu Math TeX Gyre"/>
                        </a:rPr>
                        <m:t>𝒆</m:t>
                      </m:r>
                    </m:e>
                    <m:sub>
                      <m:r>
                        <a:rPr xmlns:a="http://schemas.openxmlformats.org/drawingml/2006/main" lang="en-US" sz="2025" b="1" i="1">
                          <a:solidFill>
                            <a:srgbClr val="074B82"/>
                          </a:solidFill>
                          <a:latin typeface="DejaVu Math TeX Gyre"/>
                          <a:ea typeface="DejaVu Math TeX Gyre"/>
                          <a:cs typeface="DejaVu Math TeX Gyre"/>
                        </a:rPr>
                        <m:t>𝒌</m:t>
                      </m:r>
                    </m:sub>
                  </m:sSub>
                </m:oMath>
              </m:oMathPara>
            </a14:m>
            <a:r>
              <a:rPr sz="2025" b="1" i="0">
                <a:solidFill>
                  <a:srgbClr val="074B82"/>
                </a:solidFill>
                <a:latin typeface="Arial"/>
                <a:ea typeface="Arial"/>
                <a:cs typeface="Arial"/>
              </a:rPr>
              <a:t> = (</a:t>
            </a:r>
            <a14:m xmlns:a14="http://schemas.microsoft.com/office/drawing/2010/main">
              <m:oMathPara xmlns:m="http://schemas.openxmlformats.org/officeDocument/2006/math">
                <m:oMath>
                  <m:sSub>
                    <m:e>
                      <m:r>
                        <a:rPr xmlns:a="http://schemas.openxmlformats.org/drawingml/2006/main" lang="en-US" sz="2025" b="1" i="1">
                          <a:solidFill>
                            <a:srgbClr val="074B82"/>
                          </a:solidFill>
                          <a:latin typeface="DejaVu Math TeX Gyre"/>
                          <a:ea typeface="DejaVu Math TeX Gyre"/>
                          <a:cs typeface="DejaVu Math TeX Gyre"/>
                        </a:rPr>
                        <m:t>𝒕</m:t>
                      </m:r>
                    </m:e>
                    <m:sub>
                      <m:r>
                        <a:rPr xmlns:a="http://schemas.openxmlformats.org/drawingml/2006/main" lang="en-US" sz="2025" b="1" i="1">
                          <a:solidFill>
                            <a:srgbClr val="074B82"/>
                          </a:solidFill>
                          <a:latin typeface="DejaVu Math TeX Gyre"/>
                          <a:ea typeface="DejaVu Math TeX Gyre"/>
                          <a:cs typeface="DejaVu Math TeX Gyre"/>
                        </a:rPr>
                        <m:t>𝒌</m:t>
                      </m:r>
                    </m:sub>
                  </m:sSub>
                </m:oMath>
              </m:oMathPara>
            </a14:m>
            <a:r>
              <a:rPr sz="2025" b="1" i="0">
                <a:solidFill>
                  <a:srgbClr val="074B82"/>
                </a:solidFill>
                <a:latin typeface="Arial"/>
                <a:ea typeface="Arial"/>
                <a:cs typeface="Arial"/>
              </a:rPr>
              <a:t>, </a:t>
            </a:r>
            <a14:m xmlns:a14="http://schemas.microsoft.com/office/drawing/2010/main">
              <m:oMathPara xmlns:m="http://schemas.openxmlformats.org/officeDocument/2006/math">
                <m:oMath>
                  <m:sSub>
                    <m:e>
                      <m:r>
                        <a:rPr xmlns:a="http://schemas.openxmlformats.org/drawingml/2006/main" lang="en-US" sz="2025" b="1" i="1">
                          <a:solidFill>
                            <a:srgbClr val="074B82"/>
                          </a:solidFill>
                          <a:latin typeface="DejaVu Math TeX Gyre"/>
                          <a:ea typeface="DejaVu Math TeX Gyre"/>
                          <a:cs typeface="DejaVu Math TeX Gyre"/>
                        </a:rPr>
                        <m:t>𝒙</m:t>
                      </m:r>
                    </m:e>
                    <m:sub>
                      <m:r>
                        <a:rPr xmlns:a="http://schemas.openxmlformats.org/drawingml/2006/main" lang="en-US" sz="2025" b="1" i="1">
                          <a:solidFill>
                            <a:srgbClr val="074B82"/>
                          </a:solidFill>
                          <a:latin typeface="DejaVu Math TeX Gyre"/>
                          <a:ea typeface="DejaVu Math TeX Gyre"/>
                          <a:cs typeface="DejaVu Math TeX Gyre"/>
                        </a:rPr>
                        <m:t>𝒌</m:t>
                      </m:r>
                    </m:sub>
                  </m:sSub>
                </m:oMath>
              </m:oMathPara>
            </a14:m>
            <a:r>
              <a:rPr sz="2025" b="1" i="0">
                <a:solidFill>
                  <a:srgbClr val="074B82"/>
                </a:solidFill>
                <a:latin typeface="Arial"/>
                <a:ea typeface="Arial"/>
                <a:cs typeface="Arial"/>
              </a:rPr>
              <a:t>, </a:t>
            </a:r>
            <a14:m xmlns:a14="http://schemas.microsoft.com/office/drawing/2010/main">
              <m:oMathPara xmlns:m="http://schemas.openxmlformats.org/officeDocument/2006/math">
                <m:oMath>
                  <m:sSub>
                    <m:e>
                      <m:r>
                        <a:rPr xmlns:a="http://schemas.openxmlformats.org/drawingml/2006/main" lang="en-US" sz="2025" b="1" i="1">
                          <a:solidFill>
                            <a:srgbClr val="074B82"/>
                          </a:solidFill>
                          <a:latin typeface="DejaVu Math TeX Gyre"/>
                          <a:ea typeface="DejaVu Math TeX Gyre"/>
                          <a:cs typeface="DejaVu Math TeX Gyre"/>
                        </a:rPr>
                        <m:t>𝒚</m:t>
                      </m:r>
                    </m:e>
                    <m:sub>
                      <m:r>
                        <a:rPr xmlns:a="http://schemas.openxmlformats.org/drawingml/2006/main" lang="en-US" sz="2025" b="1" i="1">
                          <a:solidFill>
                            <a:srgbClr val="074B82"/>
                          </a:solidFill>
                          <a:latin typeface="DejaVu Math TeX Gyre"/>
                          <a:ea typeface="DejaVu Math TeX Gyre"/>
                          <a:cs typeface="DejaVu Math TeX Gyre"/>
                        </a:rPr>
                        <m:t>𝒌</m:t>
                      </m:r>
                    </m:sub>
                  </m:sSub>
                </m:oMath>
              </m:oMathPara>
            </a14:m>
            <a:r>
              <a:rPr sz="2025" b="1" i="0">
                <a:solidFill>
                  <a:srgbClr val="074B82"/>
                </a:solidFill>
                <a:latin typeface="Arial"/>
                <a:ea typeface="Arial"/>
                <a:cs typeface="Arial"/>
              </a:rPr>
              <a:t>, </a:t>
            </a:r>
            <a14:m xmlns:a14="http://schemas.microsoft.com/office/drawing/2010/main">
              <m:oMathPara xmlns:m="http://schemas.openxmlformats.org/officeDocument/2006/math">
                <m:oMath>
                  <m:sSub>
                    <m:e>
                      <m:r>
                        <a:rPr xmlns:a="http://schemas.openxmlformats.org/drawingml/2006/main" lang="en-US" sz="2025" b="1" i="1">
                          <a:solidFill>
                            <a:srgbClr val="074B82"/>
                          </a:solidFill>
                          <a:latin typeface="DejaVu Math TeX Gyre"/>
                          <a:ea typeface="DejaVu Math TeX Gyre"/>
                          <a:cs typeface="DejaVu Math TeX Gyre"/>
                        </a:rPr>
                        <m:t>𝒑</m:t>
                      </m:r>
                    </m:e>
                    <m:sub>
                      <m:r>
                        <a:rPr xmlns:a="http://schemas.openxmlformats.org/drawingml/2006/main" lang="en-US" sz="2025" b="1" i="1">
                          <a:solidFill>
                            <a:srgbClr val="074B82"/>
                          </a:solidFill>
                          <a:latin typeface="DejaVu Math TeX Gyre"/>
                          <a:ea typeface="DejaVu Math TeX Gyre"/>
                          <a:cs typeface="DejaVu Math TeX Gyre"/>
                        </a:rPr>
                        <m:t>𝒌</m:t>
                      </m:r>
                    </m:sub>
                  </m:sSub>
                </m:oMath>
              </m:oMathPara>
            </a14:m>
            <a:r>
              <a:rPr sz="2025" b="1" i="0">
                <a:solidFill>
                  <a:srgbClr val="074B82"/>
                </a:solidFill>
                <a:latin typeface="Arial"/>
                <a:ea typeface="Arial"/>
                <a:cs typeface="Arial"/>
              </a:rPr>
              <a:t>),   </a:t>
            </a:r>
            <a14:m xmlns:a14="http://schemas.microsoft.com/office/drawing/2010/main">
              <m:oMathPara xmlns:m="http://schemas.openxmlformats.org/officeDocument/2006/math">
                <m:oMath>
                  <m:sSub>
                    <m:e>
                      <m:r>
                        <a:rPr xmlns:a="http://schemas.openxmlformats.org/drawingml/2006/main" lang="en-US" sz="2025" b="1" i="1">
                          <a:solidFill>
                            <a:srgbClr val="074B82"/>
                          </a:solidFill>
                          <a:latin typeface="DejaVu Math TeX Gyre"/>
                          <a:ea typeface="DejaVu Math TeX Gyre"/>
                          <a:cs typeface="DejaVu Math TeX Gyre"/>
                        </a:rPr>
                        <m:t>𝒑</m:t>
                      </m:r>
                    </m:e>
                    <m:sub>
                      <m:r>
                        <a:rPr xmlns:a="http://schemas.openxmlformats.org/drawingml/2006/main" lang="en-US" sz="2025" b="1" i="1">
                          <a:solidFill>
                            <a:srgbClr val="074B82"/>
                          </a:solidFill>
                          <a:latin typeface="DejaVu Math TeX Gyre"/>
                          <a:ea typeface="DejaVu Math TeX Gyre"/>
                          <a:cs typeface="DejaVu Math TeX Gyre"/>
                        </a:rPr>
                        <m:t>𝒌</m:t>
                      </m:r>
                    </m:sub>
                  </m:sSub>
                </m:oMath>
              </m:oMathPara>
            </a14:m>
            <a:r>
              <a:rPr sz="2025" b="1" i="0">
                <a:solidFill>
                  <a:srgbClr val="074B82"/>
                </a:solidFill>
                <a:latin typeface="Arial"/>
                <a:ea typeface="Arial"/>
                <a:cs typeface="Arial"/>
              </a:rPr>
              <a:t> ∈ {−1, +1}</a:t>
            </a:r>
            <a:endParaRPr sz="2025" b="1" i="0">
              <a:solidFill>
                <a:srgbClr val="074B82"/>
              </a:solidFill>
              <a:latin typeface="Arial"/>
              <a:ea typeface="Arial"/>
              <a:cs typeface="Arial"/>
            </a:endParaRPr>
          </a:p>
        </p:txBody>
      </p:sp>
      <p:sp>
        <p:nvSpPr>
          <p:cNvPr id="7" name="矩形 6">
            <a:extLst xmlns:a="http://schemas.openxmlformats.org/drawingml/2006/main">
              <a:ext uri="{FF2B5EF4-FFF2-40B4-BE49-F238E27FC236}">
                <a16:creationId xmlns:a16="http://schemas.microsoft.com/office/drawing/2014/main" id="{00EA5085-F0CF-4B4C-B0E8-98EDF925791D}"/>
              </a:ext>
            </a:extLst>
          </p:cNvPr>
          <p:cNvSpPr>
            <a:spLocks xmlns:a="http://schemas.openxmlformats.org/drawingml/2006/main" noGrp="1"/>
          </p:cNvSpPr>
          <p:nvPr/>
        </p:nvSpPr>
        <p:spPr>
          <a:xfrm xmlns:a="http://schemas.openxmlformats.org/drawingml/2006/main">
            <a:off x="990600" y="5657850"/>
            <a:ext cx="716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buNone/>
              <a:defRPr sz="1650" b="1" i="0">
                <a:solidFill>
                  <a:srgbClr val="C8180A"/>
                </a:solidFill>
                <a:latin typeface="Arial"/>
                <a:ea typeface="Arial"/>
                <a:cs typeface="Arial"/>
              </a:defRPr>
            </a:pPr>
            <a:r>
              <a:rPr sz="1650" b="1" i="0">
                <a:solidFill>
                  <a:srgbClr val="C8180A"/>
                </a:solidFill>
                <a:latin typeface="Arial"/>
                <a:ea typeface="Arial"/>
                <a:cs typeface="Arial"/>
              </a:rPr>
              <a:t>Project goal: convert conventional video into a reproducible event stream</a:t>
            </a:r>
            <a:endParaRPr sz="1650" b="1" i="0">
              <a:solidFill>
                <a:srgbClr val="C8180A"/>
              </a:solidFill>
              <a:latin typeface="Arial"/>
              <a:ea typeface="Arial"/>
              <a:cs typeface="Arial"/>
            </a:endParaRPr>
          </a:p>
        </p:txBody>
      </p:sp>
      <p:sp>
        <p:nvSpPr>
          <p:cNvPr id="8" name="矩形 7">
            <a:extLst xmlns:a="http://schemas.openxmlformats.org/drawingml/2006/main">
              <a:ext uri="{FF2B5EF4-FFF2-40B4-BE49-F238E27FC236}">
                <a16:creationId xmlns:a16="http://schemas.microsoft.com/office/drawing/2014/main" id="{730DDADA-B4A3-4A04-923A-89F1E7FC9B06}"/>
              </a:ext>
            </a:extLst>
          </p:cNvPr>
          <p:cNvSpPr>
            <a:spLocks xmlns:a="http://schemas.openxmlformats.org/drawingml/2006/main" noGrp="1"/>
          </p:cNvSpPr>
          <p:nvPr/>
        </p:nvSpPr>
        <p:spPr>
          <a:xfrm xmlns:a="http://schemas.openxmlformats.org/drawingml/2006/main">
            <a:off x="1952625" y="6153150"/>
            <a:ext cx="523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rmAutofit/>
          </a:bodyPr>
          <a:lstStyle xmlns:a="http://schemas.openxmlformats.org/drawingml/2006/main"/>
          <a:p xmlns:a="http://schemas.openxmlformats.org/drawingml/2006/main">
            <a:pPr algn="ctr">
              <a:buNone/>
              <a:defRPr sz="1275" b="0" i="1">
                <a:solidFill>
                  <a:srgbClr val="555555"/>
                </a:solidFill>
                <a:latin typeface="Arial"/>
                <a:ea typeface="Arial"/>
                <a:cs typeface="Arial"/>
              </a:defRPr>
            </a:pPr>
            <a:r>
              <a:rPr sz="1275" b="0" i="1">
                <a:solidFill>
                  <a:srgbClr val="555555"/>
                </a:solidFill>
                <a:latin typeface="Arial"/>
                <a:ea typeface="Arial"/>
                <a:cs typeface="Arial"/>
              </a:rPr>
              <a:t>Next: model the contrast threshold at each pixel</a:t>
            </a:r>
            <a:endParaRPr sz="1275" b="0" i="1">
              <a:solidFill>
                <a:srgbClr val="555555"/>
              </a:solidFill>
              <a:latin typeface="Arial"/>
              <a:ea typeface="Arial"/>
              <a:cs typeface="Arial"/>
            </a:endParaRPr>
          </a:p>
        </p:txBody>
      </p:sp>
      <p:sp>
        <p:nvSpPr>
          <p:cNvPr id="9" name="footer-left">
            <a:extLst xmlns:a="http://schemas.openxmlformats.org/drawingml/2006/main">
              <a:ext uri="{FF2B5EF4-FFF2-40B4-BE49-F238E27FC236}">
                <a16:creationId xmlns:a16="http://schemas.microsoft.com/office/drawing/2014/main" id="{C6DB1855-053C-4B07-9D13-652F087B4F2D}"/>
              </a:ext>
            </a:extLst>
          </p:cNvPr>
          <p:cNvSpPr>
            <a:spLocks xmlns:a="http://schemas.openxmlformats.org/drawingml/2006/main" noGrp="1"/>
          </p:cNvSpPr>
          <p:nvPr/>
        </p:nvSpPr>
        <p:spPr>
          <a:xfrm xmlns:a="http://schemas.openxmlformats.org/drawingml/2006/main">
            <a:off x="0" y="6629400"/>
            <a:ext cx="3048000" cy="228600"/>
          </a:xfrm>
          <a:prstGeom xmlns:a="http://schemas.openxmlformats.org/drawingml/2006/main" prst="rect">
            <a:avLst/>
          </a:prstGeom>
          <a:solidFill xmlns:a="http://schemas.openxmlformats.org/drawingml/2006/main">
            <a:srgbClr val="C4C5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0" name="footer-center">
            <a:extLst xmlns:a="http://schemas.openxmlformats.org/drawingml/2006/main">
              <a:ext uri="{FF2B5EF4-FFF2-40B4-BE49-F238E27FC236}">
                <a16:creationId xmlns:a16="http://schemas.microsoft.com/office/drawing/2014/main" id="{6415FAC2-98F5-4545-A3F6-48BBC3D8C812}"/>
              </a:ext>
            </a:extLst>
          </p:cNvPr>
          <p:cNvSpPr>
            <a:spLocks xmlns:a="http://schemas.openxmlformats.org/drawingml/2006/main" noGrp="1"/>
          </p:cNvSpPr>
          <p:nvPr/>
        </p:nvSpPr>
        <p:spPr>
          <a:xfrm xmlns:a="http://schemas.openxmlformats.org/drawingml/2006/main">
            <a:off x="3048000" y="6629400"/>
            <a:ext cx="3048000" cy="228600"/>
          </a:xfrm>
          <a:prstGeom xmlns:a="http://schemas.openxmlformats.org/drawingml/2006/main" prst="rect">
            <a:avLst/>
          </a:prstGeom>
          <a:solidFill xmlns:a="http://schemas.openxmlformats.org/drawingml/2006/main">
            <a:srgbClr val="B8BBD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1" name="footer-right">
            <a:extLst xmlns:a="http://schemas.openxmlformats.org/drawingml/2006/main">
              <a:ext uri="{FF2B5EF4-FFF2-40B4-BE49-F238E27FC236}">
                <a16:creationId xmlns:a16="http://schemas.microsoft.com/office/drawing/2014/main" id="{B8862F8F-EF6E-4731-B37B-37DE2B9412E3}"/>
              </a:ext>
            </a:extLst>
          </p:cNvPr>
          <p:cNvSpPr>
            <a:spLocks xmlns:a="http://schemas.openxmlformats.org/drawingml/2006/main" noGrp="1"/>
          </p:cNvSpPr>
          <p:nvPr/>
        </p:nvSpPr>
        <p:spPr>
          <a:xfrm xmlns:a="http://schemas.openxmlformats.org/drawingml/2006/main">
            <a:off x="6096000" y="6629400"/>
            <a:ext cx="2476500" cy="228600"/>
          </a:xfrm>
          <a:prstGeom xmlns:a="http://schemas.openxmlformats.org/drawingml/2006/main" prst="rect">
            <a:avLst/>
          </a:prstGeom>
          <a:solidFill xmlns:a="http://schemas.openxmlformats.org/drawingml/2006/main">
            <a:srgbClr val="C4C5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2" name="footer-page">
            <a:extLst xmlns:a="http://schemas.openxmlformats.org/drawingml/2006/main">
              <a:ext uri="{FF2B5EF4-FFF2-40B4-BE49-F238E27FC236}">
                <a16:creationId xmlns:a16="http://schemas.microsoft.com/office/drawing/2014/main" id="{5B1DEF95-D76F-4717-8CFB-0B10D99E223C}"/>
              </a:ext>
            </a:extLst>
          </p:cNvPr>
          <p:cNvSpPr>
            <a:spLocks xmlns:a="http://schemas.openxmlformats.org/drawingml/2006/main" noGrp="1"/>
          </p:cNvSpPr>
          <p:nvPr/>
        </p:nvSpPr>
        <p:spPr>
          <a:xfrm xmlns:a="http://schemas.openxmlformats.org/drawingml/2006/main">
            <a:off x="8572500" y="6629400"/>
            <a:ext cx="571500" cy="228600"/>
          </a:xfrm>
          <a:prstGeom xmlns:a="http://schemas.openxmlformats.org/drawingml/2006/main" prst="rect">
            <a:avLst/>
          </a:prstGeom>
          <a:solidFill xmlns:a="http://schemas.openxmlformats.org/drawingml/2006/main">
            <a:srgbClr val="B8BBD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4" name="矩形 13">
            <a:extLst xmlns:a="http://schemas.openxmlformats.org/drawingml/2006/main">
              <a:ext uri="{FF2B5EF4-FFF2-40B4-BE49-F238E27FC236}">
                <a16:creationId xmlns:a16="http://schemas.microsoft.com/office/drawing/2014/main" id="{5B5F7FB0-15FD-4341-80F3-466A3A7C640E}"/>
              </a:ext>
            </a:extLst>
          </p:cNvPr>
          <p:cNvSpPr>
            <a:spLocks xmlns:a="http://schemas.openxmlformats.org/drawingml/2006/main" noGrp="1"/>
          </p:cNvSpPr>
          <p:nvPr/>
        </p:nvSpPr>
        <p:spPr>
          <a:xfrm xmlns:a="http://schemas.openxmlformats.org/drawingml/2006/main">
            <a:off x="3810000" y="66294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buNone/>
              <a:defRPr sz="1050" b="0" i="0">
                <a:solidFill>
                  <a:srgbClr val="242424"/>
                </a:solidFill>
                <a:latin typeface="Arial"/>
                <a:ea typeface="Arial"/>
                <a:cs typeface="Arial"/>
              </a:defRPr>
            </a:pPr>
            <a:r>
              <a:rPr sz="1050" b="0" i="0">
                <a:solidFill>
                  <a:srgbClr val="242424"/>
                </a:solidFill>
                <a:latin typeface="Arial"/>
                <a:ea typeface="Arial"/>
                <a:cs typeface="Arial"/>
              </a:rPr>
              <a:t>EE5110/EE6110</a:t>
            </a:r>
            <a:endParaRPr sz="1050" b="0" i="0">
              <a:solidFill>
                <a:srgbClr val="242424"/>
              </a:solidFill>
              <a:latin typeface="Arial"/>
              <a:ea typeface="Arial"/>
              <a:cs typeface="Arial"/>
            </a:endParaRPr>
          </a:p>
        </p:txBody>
      </p:sp>
      <p:sp>
        <p:nvSpPr>
          <p:cNvPr id="15" name="矩形 14">
            <a:extLst xmlns:a="http://schemas.openxmlformats.org/drawingml/2006/main">
              <a:ext uri="{FF2B5EF4-FFF2-40B4-BE49-F238E27FC236}">
                <a16:creationId xmlns:a16="http://schemas.microsoft.com/office/drawing/2014/main" id="{085C53DC-D018-4ECD-840F-907A1B23F84C}"/>
              </a:ext>
            </a:extLst>
          </p:cNvPr>
          <p:cNvSpPr>
            <a:spLocks xmlns:a="http://schemas.openxmlformats.org/drawingml/2006/main" noGrp="1"/>
          </p:cNvSpPr>
          <p:nvPr/>
        </p:nvSpPr>
        <p:spPr>
          <a:xfrm xmlns:a="http://schemas.openxmlformats.org/drawingml/2006/main">
            <a:off x="6572250" y="66294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buNone/>
              <a:defRPr sz="975" b="0" i="0">
                <a:solidFill>
                  <a:srgbClr val="242424"/>
                </a:solidFill>
                <a:latin typeface="Arial"/>
                <a:ea typeface="Arial"/>
                <a:cs typeface="Arial"/>
              </a:defRPr>
            </a:pPr>
            <a:r>
              <a:rPr sz="975" b="0" i="0">
                <a:solidFill>
                  <a:srgbClr val="242424"/>
                </a:solidFill>
                <a:latin typeface="Arial"/>
                <a:ea typeface="Arial"/>
                <a:cs typeface="Arial"/>
              </a:rPr>
              <a:t>Event Camera Simulator</a:t>
            </a:r>
            <a:endParaRPr sz="975" b="0" i="0">
              <a:solidFill>
                <a:srgbClr val="242424"/>
              </a:solidFill>
              <a:latin typeface="Arial"/>
              <a:ea typeface="Arial"/>
              <a:cs typeface="Arial"/>
            </a:endParaRPr>
          </a:p>
        </p:txBody>
      </p:sp>
      <p:sp>
        <p:nvSpPr>
          <p:cNvPr id="16" name="page-number">
            <a:extLst xmlns:a="http://schemas.openxmlformats.org/drawingml/2006/main">
              <a:ext uri="{FF2B5EF4-FFF2-40B4-BE49-F238E27FC236}">
                <a16:creationId xmlns:a16="http://schemas.microsoft.com/office/drawing/2014/main" id="{C5CF9B80-415F-46C8-991A-3D5DCC3B5E2E}"/>
              </a:ext>
            </a:extLst>
          </p:cNvPr>
          <p:cNvSpPr>
            <a:spLocks xmlns:a="http://schemas.openxmlformats.org/drawingml/2006/main" noGrp="1"/>
          </p:cNvSpPr>
          <p:nvPr/>
        </p:nvSpPr>
        <p:spPr>
          <a:xfrm xmlns:a="http://schemas.openxmlformats.org/drawingml/2006/main">
            <a:off x="8677275" y="66294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buNone/>
              <a:defRPr sz="1050" b="0" i="0">
                <a:solidFill>
                  <a:srgbClr val="242424"/>
                </a:solidFill>
                <a:latin typeface="Arial"/>
                <a:ea typeface="Arial"/>
                <a:cs typeface="Arial"/>
              </a:defRPr>
            </a:pPr>
            <a:r>
              <a:rPr sz="1050" b="0" i="0">
                <a:solidFill>
                  <a:srgbClr val="242424"/>
                </a:solidFill>
                <a:latin typeface="Arial"/>
                <a:ea typeface="Arial"/>
                <a:cs typeface="Arial"/>
              </a:rPr>
              <a:t>4</a:t>
            </a:r>
            <a:endParaRPr sz="1050" b="0" i="0">
              <a:solidFill>
                <a:srgbClr val="242424"/>
              </a:solidFill>
              <a:latin typeface="Arial"/>
              <a:ea typeface="Arial"/>
              <a:cs typeface="Arial"/>
            </a:endParaRPr>
          </a:p>
        </p:txBody>
      </p:sp>
      <p:sp>
        <p:nvSpPr>
          <p:cNvPr id="4" name="矩形 3">
            <a:extLst xmlns:a="http://schemas.openxmlformats.org/drawingml/2006/main">
              <a:ext uri="{FF2B5EF4-FFF2-40B4-BE49-F238E27FC236}">
                <a16:creationId xmlns:a16="http://schemas.microsoft.com/office/drawing/2014/main" id="{3011923C-57BD-487D-86BD-61697D8EFAAF}"/>
              </a:ext>
            </a:extLst>
          </p:cNvPr>
          <p:cNvSpPr>
            <a:spLocks xmlns:a="http://schemas.openxmlformats.org/drawingml/2006/main" noGrp="1"/>
          </p:cNvSpPr>
          <p:nvPr/>
        </p:nvSpPr>
        <p:spPr>
          <a:xfrm xmlns:a="http://schemas.openxmlformats.org/drawingml/2006/main">
            <a:off x="904875" y="66294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Group</a:t>
            </a:r>
            <a:r>
              <a:rPr sz="1050" b="0" i="0">
                <a:solidFill>
                  <a:srgbClr val="242424"/>
                </a:solidFill>
                <a:latin typeface="Arial"/>
                <a:ea typeface="Arial"/>
                <a:cs typeface="Arial"/>
              </a:rPr>
              <a:t> 1</a:t>
            </a:r>
            <a:r>
              <a:rPr sz="1050" b="0" i="0">
                <a:solidFill>
                  <a:srgbClr val="242424"/>
                </a:solidFill>
                <a:latin typeface="Arial"/>
                <a:ea typeface="Arial"/>
                <a:cs typeface="Arial"/>
              </a:rPr>
              <a:t>3</a:t>
            </a:r>
            <a:endParaRPr sz="1050" b="0" i="0">
              <a:solidFill>
                <a:srgbClr val="242424"/>
              </a:solidFill>
              <a:latin typeface="Arial"/>
              <a:ea typeface="Arial"/>
              <a:cs typeface="Arial"/>
            </a:endParaRPr>
          </a:p>
        </p:txBody>
      </p:sp>
    </p:spTree>
    <p:extLst>
      <p:ext uri="{BB962C8B-B14F-4D97-AF65-F5344CB8AC3E}">
        <p14:creationId xmlns:p14="http://schemas.microsoft.com/office/powerpoint/2010/main" val="58243918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le-band">
            <a:extLst xmlns:a="http://schemas.openxmlformats.org/drawingml/2006/main">
              <a:ext uri="{FF2B5EF4-FFF2-40B4-BE49-F238E27FC236}">
                <a16:creationId xmlns:a16="http://schemas.microsoft.com/office/drawing/2014/main" id="{9CE3A3A1-EC5C-4DFD-8C7C-71A8C446144C}"/>
              </a:ext>
            </a:extLst>
          </p:cNvPr>
          <p:cNvSpPr>
            <a:spLocks xmlns:a="http://schemas.openxmlformats.org/drawingml/2006/main" noGrp="1"/>
          </p:cNvSpPr>
          <p:nvPr/>
        </p:nvSpPr>
        <p:spPr>
          <a:xfrm xmlns:a="http://schemas.openxmlformats.org/drawingml/2006/main">
            <a:off x="0" y="0"/>
            <a:ext cx="9144000" cy="838200"/>
          </a:xfrm>
          <a:prstGeom xmlns:a="http://schemas.openxmlformats.org/drawingml/2006/main" prst="rect">
            <a:avLst/>
          </a:prstGeom>
          <a:solidFill xmlns:a="http://schemas.openxmlformats.org/drawingml/2006/main">
            <a:srgbClr val="F0F0F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矩形 1">
            <a:extLst xmlns:a="http://schemas.openxmlformats.org/drawingml/2006/main">
              <a:ext uri="{FF2B5EF4-FFF2-40B4-BE49-F238E27FC236}">
                <a16:creationId xmlns:a16="http://schemas.microsoft.com/office/drawing/2014/main" id="{C4E08CB2-A079-4358-BE55-19630970608B}"/>
              </a:ext>
            </a:extLst>
          </p:cNvPr>
          <p:cNvSpPr>
            <a:spLocks xmlns:a="http://schemas.openxmlformats.org/drawingml/2006/main" noGrp="1"/>
          </p:cNvSpPr>
          <p:nvPr/>
        </p:nvSpPr>
        <p:spPr>
          <a:xfrm xmlns:a="http://schemas.openxmlformats.org/drawingml/2006/main">
            <a:off x="361950" y="219075"/>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350" b="1" i="0">
                <a:solidFill>
                  <a:srgbClr val="074B82"/>
                </a:solidFill>
                <a:latin typeface="Arial"/>
                <a:ea typeface="Arial"/>
                <a:cs typeface="Arial"/>
              </a:defRPr>
            </a:pPr>
            <a:r>
              <a:rPr sz="1350" b="1" i="0">
                <a:solidFill>
                  <a:srgbClr val="074B82"/>
                </a:solidFill>
                <a:latin typeface="Arial"/>
                <a:ea typeface="Arial"/>
                <a:cs typeface="Arial"/>
              </a:rPr>
              <a:t>EE5110 / EE6110</a:t>
            </a:r>
            <a:endParaRPr sz="1350" b="1" i="0">
              <a:solidFill>
                <a:srgbClr val="074B82"/>
              </a:solidFill>
              <a:latin typeface="Arial"/>
              <a:ea typeface="Arial"/>
              <a:cs typeface="Arial"/>
            </a:endParaRPr>
          </a:p>
        </p:txBody>
      </p:sp>
      <p:sp>
        <p:nvSpPr>
          <p:cNvPr id="3" name="矩形 2">
            <a:extLst xmlns:a="http://schemas.openxmlformats.org/drawingml/2006/main">
              <a:ext uri="{FF2B5EF4-FFF2-40B4-BE49-F238E27FC236}">
                <a16:creationId xmlns:a16="http://schemas.microsoft.com/office/drawing/2014/main" id="{2A09A70D-A015-446D-9D55-F63B07A8ED19}"/>
              </a:ext>
            </a:extLst>
          </p:cNvPr>
          <p:cNvSpPr>
            <a:spLocks xmlns:a="http://schemas.openxmlformats.org/drawingml/2006/main" noGrp="1"/>
          </p:cNvSpPr>
          <p:nvPr/>
        </p:nvSpPr>
        <p:spPr>
          <a:xfrm xmlns:a="http://schemas.openxmlformats.org/drawingml/2006/main">
            <a:off x="3162300" y="18859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1" i="0">
                <a:solidFill>
                  <a:srgbClr val="C8180A"/>
                </a:solidFill>
                <a:latin typeface="Arial"/>
                <a:ea typeface="Arial"/>
                <a:cs typeface="Arial"/>
              </a:defRPr>
            </a:pPr>
            <a:r>
              <a:rPr sz="1425" b="1" i="0">
                <a:solidFill>
                  <a:srgbClr val="C8180A"/>
                </a:solidFill>
                <a:latin typeface="Arial"/>
                <a:ea typeface="Arial"/>
                <a:cs typeface="Arial"/>
              </a:rPr>
              <a:t>SECTION 02</a:t>
            </a:r>
            <a:endParaRPr sz="1425" b="1" i="0">
              <a:solidFill>
                <a:srgbClr val="C8180A"/>
              </a:solidFill>
              <a:latin typeface="Arial"/>
              <a:ea typeface="Arial"/>
              <a:cs typeface="Arial"/>
            </a:endParaRPr>
          </a:p>
        </p:txBody>
      </p:sp>
      <p:sp>
        <p:nvSpPr>
          <p:cNvPr id="4" name="矩形 3">
            <a:extLst xmlns:a="http://schemas.openxmlformats.org/drawingml/2006/main">
              <a:ext uri="{FF2B5EF4-FFF2-40B4-BE49-F238E27FC236}">
                <a16:creationId xmlns:a16="http://schemas.microsoft.com/office/drawing/2014/main" id="{B1C62E27-D307-4AF2-95AB-6D30ADE9E027}"/>
              </a:ext>
            </a:extLst>
          </p:cNvPr>
          <p:cNvSpPr>
            <a:spLocks xmlns:a="http://schemas.openxmlformats.org/drawingml/2006/main" noGrp="1"/>
          </p:cNvSpPr>
          <p:nvPr/>
        </p:nvSpPr>
        <p:spPr>
          <a:xfrm xmlns:a="http://schemas.openxmlformats.org/drawingml/2006/main">
            <a:off x="571500" y="1428750"/>
            <a:ext cx="2286000" cy="2143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9300" b="1" i="0">
                <a:solidFill>
                  <a:srgbClr val="DCE9F3"/>
                </a:solidFill>
                <a:latin typeface="Arial"/>
                <a:ea typeface="Arial"/>
                <a:cs typeface="Arial"/>
              </a:defRPr>
            </a:pPr>
            <a:r>
              <a:rPr sz="9300" b="1" i="0">
                <a:solidFill>
                  <a:srgbClr val="DCE9F3"/>
                </a:solidFill>
                <a:latin typeface="Arial"/>
                <a:ea typeface="Arial"/>
                <a:cs typeface="Arial"/>
              </a:rPr>
              <a:t>02</a:t>
            </a:r>
            <a:endParaRPr sz="9300" b="1" i="0">
              <a:solidFill>
                <a:srgbClr val="DCE9F3"/>
              </a:solidFill>
              <a:latin typeface="Arial"/>
              <a:ea typeface="Arial"/>
              <a:cs typeface="Arial"/>
            </a:endParaRPr>
          </a:p>
        </p:txBody>
      </p:sp>
      <p:sp>
        <p:nvSpPr>
          <p:cNvPr id="5" name="矩形 4">
            <a:extLst xmlns:a="http://schemas.openxmlformats.org/drawingml/2006/main">
              <a:ext uri="{FF2B5EF4-FFF2-40B4-BE49-F238E27FC236}">
                <a16:creationId xmlns:a16="http://schemas.microsoft.com/office/drawing/2014/main" id="{7D52F7B5-4AA2-4FF5-A333-44E88E5F7822}"/>
              </a:ext>
            </a:extLst>
          </p:cNvPr>
          <p:cNvSpPr>
            <a:spLocks xmlns:a="http://schemas.openxmlformats.org/drawingml/2006/main" noGrp="1"/>
          </p:cNvSpPr>
          <p:nvPr/>
        </p:nvSpPr>
        <p:spPr>
          <a:xfrm xmlns:a="http://schemas.openxmlformats.org/drawingml/2006/main">
            <a:off x="3124200" y="2305050"/>
            <a:ext cx="5334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3900" b="1" i="0">
                <a:solidFill>
                  <a:srgbClr val="074B82"/>
                </a:solidFill>
                <a:latin typeface="Arial"/>
                <a:ea typeface="Arial"/>
                <a:cs typeface="Arial"/>
              </a:defRPr>
            </a:pPr>
            <a:r>
              <a:rPr sz="3900" b="1" i="0">
                <a:solidFill>
                  <a:srgbClr val="074B82"/>
                </a:solidFill>
                <a:latin typeface="Arial"/>
                <a:ea typeface="Arial"/>
                <a:cs typeface="Arial"/>
              </a:rPr>
              <a:t>Model + Algorithm</a:t>
            </a:r>
            <a:endParaRPr sz="3900" b="1" i="0">
              <a:solidFill>
                <a:srgbClr val="074B82"/>
              </a:solidFill>
              <a:latin typeface="Arial"/>
              <a:ea typeface="Arial"/>
              <a:cs typeface="Arial"/>
            </a:endParaRPr>
          </a:p>
        </p:txBody>
      </p:sp>
      <p:sp>
        <p:nvSpPr>
          <p:cNvPr id="6" name="section-accent">
            <a:extLst xmlns:a="http://schemas.openxmlformats.org/drawingml/2006/main">
              <a:ext uri="{FF2B5EF4-FFF2-40B4-BE49-F238E27FC236}">
                <a16:creationId xmlns:a16="http://schemas.microsoft.com/office/drawing/2014/main" id="{985D850E-0812-4D19-B192-B4C65E1D38A1}"/>
              </a:ext>
            </a:extLst>
          </p:cNvPr>
          <p:cNvSpPr>
            <a:spLocks xmlns:a="http://schemas.openxmlformats.org/drawingml/2006/main" noGrp="1"/>
          </p:cNvSpPr>
          <p:nvPr/>
        </p:nvSpPr>
        <p:spPr>
          <a:xfrm xmlns:a="http://schemas.openxmlformats.org/drawingml/2006/main">
            <a:off x="3171825" y="3286125"/>
            <a:ext cx="3143250" cy="47625"/>
          </a:xfrm>
          <a:prstGeom xmlns:a="http://schemas.openxmlformats.org/drawingml/2006/main" prst="rect">
            <a:avLst/>
          </a:prstGeom>
          <a:solidFill xmlns:a="http://schemas.openxmlformats.org/drawingml/2006/main">
            <a:srgbClr val="C8180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矩形 6">
            <a:extLst xmlns:a="http://schemas.openxmlformats.org/drawingml/2006/main">
              <a:ext uri="{FF2B5EF4-FFF2-40B4-BE49-F238E27FC236}">
                <a16:creationId xmlns:a16="http://schemas.microsoft.com/office/drawing/2014/main" id="{717C7976-F1D6-42B7-96F2-6FB738E4D97A}"/>
              </a:ext>
            </a:extLst>
          </p:cNvPr>
          <p:cNvSpPr>
            <a:spLocks xmlns:a="http://schemas.openxmlformats.org/drawingml/2006/main" noGrp="1"/>
          </p:cNvSpPr>
          <p:nvPr/>
        </p:nvSpPr>
        <p:spPr>
          <a:xfrm xmlns:a="http://schemas.openxmlformats.org/drawingml/2006/main">
            <a:off x="3143250" y="3562350"/>
            <a:ext cx="4953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0000"/>
              </a:lnSpc>
              <a:buNone/>
              <a:defRPr sz="1725" b="0" i="0">
                <a:solidFill>
                  <a:srgbClr val="555555"/>
                </a:solidFill>
                <a:latin typeface="Arial"/>
                <a:ea typeface="Arial"/>
                <a:cs typeface="Arial"/>
              </a:defRPr>
            </a:pPr>
            <a:r>
              <a:rPr sz="1725" b="0" i="0">
                <a:solidFill>
                  <a:srgbClr val="555555"/>
                </a:solidFill>
                <a:latin typeface="Arial"/>
                <a:ea typeface="Arial"/>
                <a:cs typeface="Arial"/>
              </a:rPr>
              <a:t>Contrast thresholds, timestamp interpolation and sensor noise</a:t>
            </a:r>
            <a:endParaRPr sz="1725" b="0" i="0">
              <a:solidFill>
                <a:srgbClr val="555555"/>
              </a:solidFill>
              <a:latin typeface="Arial"/>
              <a:ea typeface="Arial"/>
              <a:cs typeface="Arial"/>
            </a:endParaRPr>
          </a:p>
        </p:txBody>
      </p:sp>
      <p:sp>
        <p:nvSpPr>
          <p:cNvPr id="8" name="矩形 7">
            <a:extLst xmlns:a="http://schemas.openxmlformats.org/drawingml/2006/main">
              <a:ext uri="{FF2B5EF4-FFF2-40B4-BE49-F238E27FC236}">
                <a16:creationId xmlns:a16="http://schemas.microsoft.com/office/drawing/2014/main" id="{2BCAAB5C-3259-4A45-BC66-4A83B753C7F5}"/>
              </a:ext>
            </a:extLst>
          </p:cNvPr>
          <p:cNvSpPr>
            <a:spLocks xmlns:a="http://schemas.openxmlformats.org/drawingml/2006/main" noGrp="1"/>
          </p:cNvSpPr>
          <p:nvPr/>
        </p:nvSpPr>
        <p:spPr>
          <a:xfrm xmlns:a="http://schemas.openxmlformats.org/drawingml/2006/main">
            <a:off x="3162300" y="5067300"/>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200" b="1" i="0">
                <a:solidFill>
                  <a:srgbClr val="1670C1"/>
                </a:solidFill>
                <a:latin typeface="Arial"/>
                <a:ea typeface="Arial"/>
                <a:cs typeface="Arial"/>
              </a:defRPr>
            </a:pPr>
            <a:r>
              <a:rPr sz="1200" b="1" i="0">
                <a:solidFill>
                  <a:srgbClr val="1670C1"/>
                </a:solidFill>
                <a:latin typeface="Arial"/>
                <a:ea typeface="Arial"/>
                <a:cs typeface="Arial"/>
              </a:rPr>
              <a:t>EVENT CAMERA SIMULATOR</a:t>
            </a:r>
            <a:endParaRPr sz="1200" b="1" i="0">
              <a:solidFill>
                <a:srgbClr val="1670C1"/>
              </a:solidFill>
              <a:latin typeface="Arial"/>
              <a:ea typeface="Arial"/>
              <a:cs typeface="Arial"/>
            </a:endParaRPr>
          </a:p>
        </p:txBody>
      </p:sp>
      <p:sp>
        <p:nvSpPr>
          <p:cNvPr id="9" name="footer-left">
            <a:extLst xmlns:a="http://schemas.openxmlformats.org/drawingml/2006/main">
              <a:ext uri="{FF2B5EF4-FFF2-40B4-BE49-F238E27FC236}">
                <a16:creationId xmlns:a16="http://schemas.microsoft.com/office/drawing/2014/main" id="{4F14FE6E-979A-488C-84DA-8ACB694C73B7}"/>
              </a:ext>
            </a:extLst>
          </p:cNvPr>
          <p:cNvSpPr>
            <a:spLocks xmlns:a="http://schemas.openxmlformats.org/drawingml/2006/main" noGrp="1"/>
          </p:cNvSpPr>
          <p:nvPr/>
        </p:nvSpPr>
        <p:spPr>
          <a:xfrm xmlns:a="http://schemas.openxmlformats.org/drawingml/2006/main">
            <a:off x="0" y="6629400"/>
            <a:ext cx="3048000" cy="228600"/>
          </a:xfrm>
          <a:prstGeom xmlns:a="http://schemas.openxmlformats.org/drawingml/2006/main" prst="rect">
            <a:avLst/>
          </a:prstGeom>
          <a:solidFill xmlns:a="http://schemas.openxmlformats.org/drawingml/2006/main">
            <a:srgbClr val="C4C5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0" name="footer-center">
            <a:extLst xmlns:a="http://schemas.openxmlformats.org/drawingml/2006/main">
              <a:ext uri="{FF2B5EF4-FFF2-40B4-BE49-F238E27FC236}">
                <a16:creationId xmlns:a16="http://schemas.microsoft.com/office/drawing/2014/main" id="{45F427D6-A448-4001-8B2D-DCB3E39B264E}"/>
              </a:ext>
            </a:extLst>
          </p:cNvPr>
          <p:cNvSpPr>
            <a:spLocks xmlns:a="http://schemas.openxmlformats.org/drawingml/2006/main" noGrp="1"/>
          </p:cNvSpPr>
          <p:nvPr/>
        </p:nvSpPr>
        <p:spPr>
          <a:xfrm xmlns:a="http://schemas.openxmlformats.org/drawingml/2006/main">
            <a:off x="3048000" y="6629400"/>
            <a:ext cx="3048000" cy="228600"/>
          </a:xfrm>
          <a:prstGeom xmlns:a="http://schemas.openxmlformats.org/drawingml/2006/main" prst="rect">
            <a:avLst/>
          </a:prstGeom>
          <a:solidFill xmlns:a="http://schemas.openxmlformats.org/drawingml/2006/main">
            <a:srgbClr val="B8BBD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1" name="footer-right">
            <a:extLst xmlns:a="http://schemas.openxmlformats.org/drawingml/2006/main">
              <a:ext uri="{FF2B5EF4-FFF2-40B4-BE49-F238E27FC236}">
                <a16:creationId xmlns:a16="http://schemas.microsoft.com/office/drawing/2014/main" id="{87FBA4E1-7476-4F3B-B26E-2A3ED3E3414D}"/>
              </a:ext>
            </a:extLst>
          </p:cNvPr>
          <p:cNvSpPr>
            <a:spLocks xmlns:a="http://schemas.openxmlformats.org/drawingml/2006/main" noGrp="1"/>
          </p:cNvSpPr>
          <p:nvPr/>
        </p:nvSpPr>
        <p:spPr>
          <a:xfrm xmlns:a="http://schemas.openxmlformats.org/drawingml/2006/main">
            <a:off x="6096000" y="6629400"/>
            <a:ext cx="2476500" cy="228600"/>
          </a:xfrm>
          <a:prstGeom xmlns:a="http://schemas.openxmlformats.org/drawingml/2006/main" prst="rect">
            <a:avLst/>
          </a:prstGeom>
          <a:solidFill xmlns:a="http://schemas.openxmlformats.org/drawingml/2006/main">
            <a:srgbClr val="C4C5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2" name="footer-page">
            <a:extLst xmlns:a="http://schemas.openxmlformats.org/drawingml/2006/main">
              <a:ext uri="{FF2B5EF4-FFF2-40B4-BE49-F238E27FC236}">
                <a16:creationId xmlns:a16="http://schemas.microsoft.com/office/drawing/2014/main" id="{81311CC9-2A83-4584-9EDA-1F9C35FA3194}"/>
              </a:ext>
            </a:extLst>
          </p:cNvPr>
          <p:cNvSpPr>
            <a:spLocks xmlns:a="http://schemas.openxmlformats.org/drawingml/2006/main" noGrp="1"/>
          </p:cNvSpPr>
          <p:nvPr/>
        </p:nvSpPr>
        <p:spPr>
          <a:xfrm xmlns:a="http://schemas.openxmlformats.org/drawingml/2006/main">
            <a:off x="8572500" y="6629400"/>
            <a:ext cx="571500" cy="228600"/>
          </a:xfrm>
          <a:prstGeom xmlns:a="http://schemas.openxmlformats.org/drawingml/2006/main" prst="rect">
            <a:avLst/>
          </a:prstGeom>
          <a:solidFill xmlns:a="http://schemas.openxmlformats.org/drawingml/2006/main">
            <a:srgbClr val="B8BBD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4" name="矩形 13">
            <a:extLst xmlns:a="http://schemas.openxmlformats.org/drawingml/2006/main">
              <a:ext uri="{FF2B5EF4-FFF2-40B4-BE49-F238E27FC236}">
                <a16:creationId xmlns:a16="http://schemas.microsoft.com/office/drawing/2014/main" id="{EB35A16A-2475-466D-B937-507E8B8875F5}"/>
              </a:ext>
            </a:extLst>
          </p:cNvPr>
          <p:cNvSpPr>
            <a:spLocks xmlns:a="http://schemas.openxmlformats.org/drawingml/2006/main" noGrp="1"/>
          </p:cNvSpPr>
          <p:nvPr/>
        </p:nvSpPr>
        <p:spPr>
          <a:xfrm xmlns:a="http://schemas.openxmlformats.org/drawingml/2006/main">
            <a:off x="3810000" y="66294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EE5110/EE6110</a:t>
            </a:r>
            <a:endParaRPr sz="1050" b="0" i="0">
              <a:solidFill>
                <a:srgbClr val="242424"/>
              </a:solidFill>
              <a:latin typeface="Arial"/>
              <a:ea typeface="Arial"/>
              <a:cs typeface="Arial"/>
            </a:endParaRPr>
          </a:p>
        </p:txBody>
      </p:sp>
      <p:sp>
        <p:nvSpPr>
          <p:cNvPr id="15" name="矩形 14">
            <a:extLst xmlns:a="http://schemas.openxmlformats.org/drawingml/2006/main">
              <a:ext uri="{FF2B5EF4-FFF2-40B4-BE49-F238E27FC236}">
                <a16:creationId xmlns:a16="http://schemas.microsoft.com/office/drawing/2014/main" id="{93F04D3E-2C94-4640-BB66-11CE968E1351}"/>
              </a:ext>
            </a:extLst>
          </p:cNvPr>
          <p:cNvSpPr>
            <a:spLocks xmlns:a="http://schemas.openxmlformats.org/drawingml/2006/main" noGrp="1"/>
          </p:cNvSpPr>
          <p:nvPr/>
        </p:nvSpPr>
        <p:spPr>
          <a:xfrm xmlns:a="http://schemas.openxmlformats.org/drawingml/2006/main">
            <a:off x="6572250" y="66294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975" b="0" i="0">
                <a:solidFill>
                  <a:srgbClr val="242424"/>
                </a:solidFill>
                <a:latin typeface="Arial"/>
                <a:ea typeface="Arial"/>
                <a:cs typeface="Arial"/>
              </a:defRPr>
            </a:pPr>
            <a:r>
              <a:rPr sz="975" b="0" i="0">
                <a:solidFill>
                  <a:srgbClr val="242424"/>
                </a:solidFill>
                <a:latin typeface="Arial"/>
                <a:ea typeface="Arial"/>
                <a:cs typeface="Arial"/>
              </a:rPr>
              <a:t>Event Camera Simulator</a:t>
            </a:r>
            <a:endParaRPr sz="975" b="0" i="0">
              <a:solidFill>
                <a:srgbClr val="242424"/>
              </a:solidFill>
              <a:latin typeface="Arial"/>
              <a:ea typeface="Arial"/>
              <a:cs typeface="Arial"/>
            </a:endParaRPr>
          </a:p>
        </p:txBody>
      </p:sp>
      <p:sp>
        <p:nvSpPr>
          <p:cNvPr id="16" name="page-number">
            <a:extLst xmlns:a="http://schemas.openxmlformats.org/drawingml/2006/main">
              <a:ext uri="{FF2B5EF4-FFF2-40B4-BE49-F238E27FC236}">
                <a16:creationId xmlns:a16="http://schemas.microsoft.com/office/drawing/2014/main" id="{C0DCD624-80BF-4336-8F26-5584F65988A8}"/>
              </a:ext>
            </a:extLst>
          </p:cNvPr>
          <p:cNvSpPr>
            <a:spLocks xmlns:a="http://schemas.openxmlformats.org/drawingml/2006/main" noGrp="1"/>
          </p:cNvSpPr>
          <p:nvPr/>
        </p:nvSpPr>
        <p:spPr>
          <a:xfrm xmlns:a="http://schemas.openxmlformats.org/drawingml/2006/main">
            <a:off x="8677275" y="66294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5</a:t>
            </a:r>
            <a:endParaRPr sz="1050" b="0" i="0">
              <a:solidFill>
                <a:srgbClr val="242424"/>
              </a:solidFill>
              <a:latin typeface="Arial"/>
              <a:ea typeface="Arial"/>
              <a:cs typeface="Arial"/>
            </a:endParaRPr>
          </a:p>
        </p:txBody>
      </p:sp>
      <p:sp>
        <p:nvSpPr>
          <p:cNvPr id="18" name="矩形 17">
            <a:extLst xmlns:a="http://schemas.openxmlformats.org/drawingml/2006/main">
              <a:ext uri="{FF2B5EF4-FFF2-40B4-BE49-F238E27FC236}">
                <a16:creationId xmlns:a16="http://schemas.microsoft.com/office/drawing/2014/main" id="{C0726B76-9F44-4AA9-AE66-C692BC177610}"/>
              </a:ext>
            </a:extLst>
          </p:cNvPr>
          <p:cNvSpPr>
            <a:spLocks xmlns:a="http://schemas.openxmlformats.org/drawingml/2006/main" noGrp="1"/>
          </p:cNvSpPr>
          <p:nvPr/>
        </p:nvSpPr>
        <p:spPr>
          <a:xfrm xmlns:a="http://schemas.openxmlformats.org/drawingml/2006/main">
            <a:off x="904875" y="66294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Group</a:t>
            </a:r>
            <a:r>
              <a:rPr sz="1050" b="0" i="0">
                <a:solidFill>
                  <a:srgbClr val="242424"/>
                </a:solidFill>
                <a:latin typeface="Arial"/>
                <a:ea typeface="Arial"/>
                <a:cs typeface="Arial"/>
              </a:rPr>
              <a:t> 1</a:t>
            </a:r>
            <a:r>
              <a:rPr sz="1050" b="0" i="0">
                <a:solidFill>
                  <a:srgbClr val="242424"/>
                </a:solidFill>
                <a:latin typeface="Arial"/>
                <a:ea typeface="Arial"/>
                <a:cs typeface="Arial"/>
              </a:rPr>
              <a:t>3</a:t>
            </a:r>
            <a:endParaRPr sz="1050" b="0" i="0">
              <a:solidFill>
                <a:srgbClr val="242424"/>
              </a:solidFill>
              <a:latin typeface="Arial"/>
              <a:ea typeface="Arial"/>
              <a:cs typeface="Arial"/>
            </a:endParaRPr>
          </a:p>
        </p:txBody>
      </p:sp>
    </p:spTree>
    <p:extLst>
      <p:ext uri="{BB962C8B-B14F-4D97-AF65-F5344CB8AC3E}">
        <p14:creationId xmlns:p14="http://schemas.microsoft.com/office/powerpoint/2010/main" val="76039436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 name="title-band">
            <a:extLst xmlns:a="http://schemas.openxmlformats.org/drawingml/2006/main">
              <a:ext uri="{FF2B5EF4-FFF2-40B4-BE49-F238E27FC236}">
                <a16:creationId xmlns:a16="http://schemas.microsoft.com/office/drawing/2014/main" id="{5DDDE8F4-3242-42FD-AC24-33F6076E3EBA}"/>
              </a:ext>
            </a:extLst>
          </p:cNvPr>
          <p:cNvSpPr>
            <a:spLocks xmlns:a="http://schemas.openxmlformats.org/drawingml/2006/main" noGrp="1"/>
          </p:cNvSpPr>
          <p:nvPr/>
        </p:nvSpPr>
        <p:spPr>
          <a:xfrm xmlns:a="http://schemas.openxmlformats.org/drawingml/2006/main">
            <a:off x="0" y="0"/>
            <a:ext cx="9144000" cy="838200"/>
          </a:xfrm>
          <a:prstGeom xmlns:a="http://schemas.openxmlformats.org/drawingml/2006/main" prst="rect">
            <a:avLst/>
          </a:prstGeom>
          <a:solidFill xmlns:a="http://schemas.openxmlformats.org/drawingml/2006/main">
            <a:srgbClr val="F0F0F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slide-title">
            <a:extLst xmlns:a="http://schemas.openxmlformats.org/drawingml/2006/main">
              <a:ext uri="{FF2B5EF4-FFF2-40B4-BE49-F238E27FC236}">
                <a16:creationId xmlns:a16="http://schemas.microsoft.com/office/drawing/2014/main" id="{2E6252C0-BBD8-4B2E-A683-2B8FD561EE93}"/>
              </a:ext>
            </a:extLst>
          </p:cNvPr>
          <p:cNvSpPr>
            <a:spLocks xmlns:a="http://schemas.openxmlformats.org/drawingml/2006/main" noGrp="1"/>
          </p:cNvSpPr>
          <p:nvPr/>
        </p:nvSpPr>
        <p:spPr>
          <a:xfrm xmlns:a="http://schemas.openxmlformats.org/drawingml/2006/main">
            <a:off x="323850" y="133350"/>
            <a:ext cx="7048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2550" b="0" i="0">
                <a:solidFill>
                  <a:srgbClr val="074B82"/>
                </a:solidFill>
                <a:latin typeface="Arial"/>
                <a:ea typeface="Arial"/>
                <a:cs typeface="Arial"/>
              </a:defRPr>
            </a:pPr>
            <a:r>
              <a:rPr sz="2550" b="0" i="0">
                <a:solidFill>
                  <a:srgbClr val="074B82"/>
                </a:solidFill>
                <a:latin typeface="Arial"/>
                <a:ea typeface="Arial"/>
                <a:cs typeface="Arial"/>
              </a:rPr>
              <a:t>Event Generation Model</a:t>
            </a:r>
            <a:endParaRPr sz="2550" b="0" i="0">
              <a:solidFill>
                <a:srgbClr val="074B82"/>
              </a:solidFill>
              <a:latin typeface="Arial"/>
              <a:ea typeface="Arial"/>
              <a:cs typeface="Arial"/>
            </a:endParaRPr>
          </a:p>
        </p:txBody>
      </p:sp>
      <p:sp>
        <p:nvSpPr>
          <p:cNvPr id="3" name="矩形 2">
            <a:extLst xmlns:a="http://schemas.openxmlformats.org/drawingml/2006/main">
              <a:ext uri="{FF2B5EF4-FFF2-40B4-BE49-F238E27FC236}">
                <a16:creationId xmlns:a16="http://schemas.microsoft.com/office/drawing/2014/main" id="{0BA16A22-7AC8-407B-8567-24AA0A2C09CE}"/>
              </a:ext>
            </a:extLst>
          </p:cNvPr>
          <p:cNvSpPr>
            <a:spLocks xmlns:a="http://schemas.openxmlformats.org/drawingml/2006/main" noGrp="1"/>
          </p:cNvSpPr>
          <p:nvPr/>
        </p:nvSpPr>
        <p:spPr>
          <a:xfrm xmlns:a="http://schemas.openxmlformats.org/drawingml/2006/main">
            <a:off x="381000" y="981075"/>
            <a:ext cx="4191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950" b="1" i="0">
                <a:solidFill>
                  <a:srgbClr val="C8180A"/>
                </a:solidFill>
                <a:latin typeface="Arial"/>
                <a:ea typeface="Arial"/>
                <a:cs typeface="Arial"/>
              </a:defRPr>
            </a:pPr>
            <a:r>
              <a:rPr sz="1950" b="1" i="0">
                <a:solidFill>
                  <a:srgbClr val="C8180A"/>
                </a:solidFill>
                <a:latin typeface="Arial"/>
                <a:ea typeface="Arial"/>
                <a:cs typeface="Arial"/>
              </a:rPr>
              <a:t>Why does one pixel fire an event?</a:t>
            </a:r>
            <a:endParaRPr sz="1950" b="1" i="0">
              <a:solidFill>
                <a:srgbClr val="C8180A"/>
              </a:solidFill>
              <a:latin typeface="Arial"/>
              <a:ea typeface="Arial"/>
              <a:cs typeface="Arial"/>
            </a:endParaRPr>
          </a:p>
        </p:txBody>
      </p:sp>
      <p:sp>
        <p:nvSpPr>
          <p:cNvPr id="4" name="椭圆 3">
            <a:extLst xmlns:a="http://schemas.openxmlformats.org/drawingml/2006/main">
              <a:ext uri="{FF2B5EF4-FFF2-40B4-BE49-F238E27FC236}">
                <a16:creationId xmlns:a16="http://schemas.microsoft.com/office/drawing/2014/main" id="{0EFC24AF-4135-460D-BE42-CCB3E58DD72D}"/>
              </a:ext>
            </a:extLst>
          </p:cNvPr>
          <p:cNvSpPr>
            <a:spLocks xmlns:a="http://schemas.openxmlformats.org/drawingml/2006/main" noGrp="1"/>
          </p:cNvSpPr>
          <p:nvPr/>
        </p:nvSpPr>
        <p:spPr>
          <a:xfrm xmlns:a="http://schemas.openxmlformats.org/drawingml/2006/main">
            <a:off x="419100" y="1657350"/>
            <a:ext cx="95250" cy="95250"/>
          </a:xfrm>
          <a:prstGeom xmlns:a="http://schemas.openxmlformats.org/drawingml/2006/main" prst="ellipse">
            <a:avLst/>
          </a:prstGeom>
          <a:solidFill xmlns:a="http://schemas.openxmlformats.org/drawingml/2006/main">
            <a:srgbClr val="C8180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矩形 4">
            <a:extLst xmlns:a="http://schemas.openxmlformats.org/drawingml/2006/main">
              <a:ext uri="{FF2B5EF4-FFF2-40B4-BE49-F238E27FC236}">
                <a16:creationId xmlns:a16="http://schemas.microsoft.com/office/drawing/2014/main" id="{992FA4CF-3D30-430E-A3A8-010277C60CF4}"/>
              </a:ext>
            </a:extLst>
          </p:cNvPr>
          <p:cNvSpPr>
            <a:spLocks xmlns:a="http://schemas.openxmlformats.org/drawingml/2006/main" noGrp="1"/>
          </p:cNvSpPr>
          <p:nvPr/>
        </p:nvSpPr>
        <p:spPr>
          <a:xfrm xmlns:a="http://schemas.openxmlformats.org/drawingml/2006/main">
            <a:off x="628650" y="1562100"/>
            <a:ext cx="3505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0000"/>
              </a:lnSpc>
              <a:buNone/>
              <a:defRPr sz="1575" b="0" i="0">
                <a:solidFill>
                  <a:srgbClr val="111111"/>
                </a:solidFill>
                <a:latin typeface="Arial"/>
                <a:ea typeface="Arial"/>
                <a:cs typeface="Arial"/>
              </a:defRPr>
            </a:pPr>
            <a:r>
              <a:rPr sz="1575" b="0" i="0">
                <a:solidFill>
                  <a:srgbClr val="111111"/>
                </a:solidFill>
                <a:latin typeface="Arial"/>
                <a:ea typeface="Arial"/>
                <a:cs typeface="Arial"/>
              </a:rPr>
              <a:t>Convert intensity to log space:</a:t>
            </a:r>
            <a:endParaRPr sz="1575" b="0" i="0">
              <a:solidFill>
                <a:srgbClr val="111111"/>
              </a:solidFill>
              <a:latin typeface="Arial"/>
              <a:ea typeface="Arial"/>
              <a:cs typeface="Arial"/>
            </a:endParaRPr>
          </a:p>
        </p:txBody>
      </p:sp>
      <p:sp>
        <p:nvSpPr>
          <p:cNvPr id="6" name="矩形 5">
            <a:extLst xmlns:a="http://schemas.openxmlformats.org/drawingml/2006/main">
              <a:ext uri="{FF2B5EF4-FFF2-40B4-BE49-F238E27FC236}">
                <a16:creationId xmlns:a16="http://schemas.microsoft.com/office/drawing/2014/main" id="{CD601E34-8595-43D2-9F73-8DB5602CBB84}"/>
              </a:ext>
            </a:extLst>
          </p:cNvPr>
          <p:cNvSpPr>
            <a:spLocks xmlns:a="http://schemas.openxmlformats.org/drawingml/2006/main" noGrp="1"/>
          </p:cNvSpPr>
          <p:nvPr/>
        </p:nvSpPr>
        <p:spPr>
          <a:xfrm xmlns:a="http://schemas.openxmlformats.org/drawingml/2006/main">
            <a:off x="762000" y="1924050"/>
            <a:ext cx="3352800" cy="457200"/>
          </a:xfrm>
          <a:prstGeom xmlns:a="http://schemas.openxmlformats.org/drawingml/2006/main" prst="rect">
            <a:avLst/>
          </a:prstGeom>
          <a:solidFill xmlns:a="http://schemas.openxmlformats.org/drawingml/2006/main">
            <a:srgbClr val="E8F2FB"/>
          </a:solidFill>
          <a:ln xmlns:a="http://schemas.openxmlformats.org/drawingml/2006/main" w="9525">
            <a:solidFill>
              <a:srgbClr val="B7D0E6"/>
            </a:solidFill>
            <a:prstDash val="solid"/>
          </a:ln>
        </p:spPr>
        <p:txBody>
          <a:bodyPr xmlns:a="http://schemas.openxmlformats.org/drawingml/2006/main" wrap="square" lIns="38100" tIns="19050" rIns="38100" bIns="19050" anchor="ctr">
            <a:normAutofit/>
          </a:bodyPr>
          <a:lstStyle xmlns:a="http://schemas.openxmlformats.org/drawingml/2006/main"/>
          <a:p xmlns:a="http://schemas.openxmlformats.org/drawingml/2006/main">
            <a:pPr algn="ctr">
              <a:lnSpc>
                <a:spcPct val="100000"/>
              </a:lnSpc>
              <a:buNone/>
              <a:defRPr sz="1875" b="1" i="0">
                <a:solidFill>
                  <a:srgbClr val="074B82"/>
                </a:solidFill>
                <a:latin typeface="Arial"/>
                <a:ea typeface="Arial"/>
                <a:cs typeface="Arial"/>
              </a:defRPr>
            </a:pPr>
            <a:r>
              <a:rPr sz="1875" b="1" i="0">
                <a:solidFill>
                  <a:srgbClr val="074B82"/>
                </a:solidFill>
                <a:latin typeface="Arial"/>
                <a:ea typeface="Arial"/>
                <a:cs typeface="Arial"/>
              </a:rPr>
              <a:t>L(x,y,t) = log(I(x,y,t) + ε)</a:t>
            </a:r>
            <a:endParaRPr sz="1875" b="1" i="0">
              <a:solidFill>
                <a:srgbClr val="074B82"/>
              </a:solidFill>
              <a:latin typeface="Arial"/>
              <a:ea typeface="Arial"/>
              <a:cs typeface="Arial"/>
            </a:endParaRPr>
          </a:p>
        </p:txBody>
      </p:sp>
      <p:sp>
        <p:nvSpPr>
          <p:cNvPr id="7" name="椭圆 6">
            <a:extLst xmlns:a="http://schemas.openxmlformats.org/drawingml/2006/main">
              <a:ext uri="{FF2B5EF4-FFF2-40B4-BE49-F238E27FC236}">
                <a16:creationId xmlns:a16="http://schemas.microsoft.com/office/drawing/2014/main" id="{BE81A414-C958-467F-A6A6-B2B62058D0AE}"/>
              </a:ext>
            </a:extLst>
          </p:cNvPr>
          <p:cNvSpPr>
            <a:spLocks xmlns:a="http://schemas.openxmlformats.org/drawingml/2006/main" noGrp="1"/>
          </p:cNvSpPr>
          <p:nvPr/>
        </p:nvSpPr>
        <p:spPr>
          <a:xfrm xmlns:a="http://schemas.openxmlformats.org/drawingml/2006/main">
            <a:off x="419100" y="2667000"/>
            <a:ext cx="95250" cy="95250"/>
          </a:xfrm>
          <a:prstGeom xmlns:a="http://schemas.openxmlformats.org/drawingml/2006/main" prst="ellipse">
            <a:avLst/>
          </a:prstGeom>
          <a:solidFill xmlns:a="http://schemas.openxmlformats.org/drawingml/2006/main">
            <a:srgbClr val="C8180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矩形 7">
            <a:extLst xmlns:a="http://schemas.openxmlformats.org/drawingml/2006/main">
              <a:ext uri="{FF2B5EF4-FFF2-40B4-BE49-F238E27FC236}">
                <a16:creationId xmlns:a16="http://schemas.microsoft.com/office/drawing/2014/main" id="{3EA27962-BF38-4824-882B-B4E8F367AA53}"/>
              </a:ext>
            </a:extLst>
          </p:cNvPr>
          <p:cNvSpPr>
            <a:spLocks xmlns:a="http://schemas.openxmlformats.org/drawingml/2006/main" noGrp="1"/>
          </p:cNvSpPr>
          <p:nvPr/>
        </p:nvSpPr>
        <p:spPr>
          <a:xfrm xmlns:a="http://schemas.openxmlformats.org/drawingml/2006/main">
            <a:off x="628650" y="2571750"/>
            <a:ext cx="3505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0000"/>
              </a:lnSpc>
              <a:buNone/>
              <a:defRPr sz="1575" b="0" i="0">
                <a:solidFill>
                  <a:srgbClr val="111111"/>
                </a:solidFill>
                <a:latin typeface="Arial"/>
                <a:ea typeface="Arial"/>
                <a:cs typeface="Arial"/>
              </a:defRPr>
            </a:pPr>
            <a:r>
              <a:rPr sz="1575" b="0" i="0">
                <a:solidFill>
                  <a:srgbClr val="111111"/>
                </a:solidFill>
                <a:latin typeface="Arial"/>
                <a:ea typeface="Arial"/>
                <a:cs typeface="Arial"/>
              </a:rPr>
              <a:t>ON:  L(t) − Lref ≥ Con</a:t>
            </a:r>
            <a:endParaRPr sz="1575" b="0" i="0">
              <a:solidFill>
                <a:srgbClr val="111111"/>
              </a:solidFill>
              <a:latin typeface="Arial"/>
              <a:ea typeface="Arial"/>
              <a:cs typeface="Arial"/>
            </a:endParaRPr>
          </a:p>
        </p:txBody>
      </p:sp>
      <p:sp>
        <p:nvSpPr>
          <p:cNvPr id="9" name="椭圆 8">
            <a:extLst xmlns:a="http://schemas.openxmlformats.org/drawingml/2006/main">
              <a:ext uri="{FF2B5EF4-FFF2-40B4-BE49-F238E27FC236}">
                <a16:creationId xmlns:a16="http://schemas.microsoft.com/office/drawing/2014/main" id="{C304D32B-0D8A-4A87-ABF1-6A42B33FF6F6}"/>
              </a:ext>
            </a:extLst>
          </p:cNvPr>
          <p:cNvSpPr>
            <a:spLocks xmlns:a="http://schemas.openxmlformats.org/drawingml/2006/main" noGrp="1"/>
          </p:cNvSpPr>
          <p:nvPr/>
        </p:nvSpPr>
        <p:spPr>
          <a:xfrm xmlns:a="http://schemas.openxmlformats.org/drawingml/2006/main">
            <a:off x="419100" y="3076575"/>
            <a:ext cx="95250" cy="95250"/>
          </a:xfrm>
          <a:prstGeom xmlns:a="http://schemas.openxmlformats.org/drawingml/2006/main" prst="ellipse">
            <a:avLst/>
          </a:prstGeom>
          <a:solidFill xmlns:a="http://schemas.openxmlformats.org/drawingml/2006/main">
            <a:srgbClr val="C8180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0" name="矩形 9">
            <a:extLst xmlns:a="http://schemas.openxmlformats.org/drawingml/2006/main">
              <a:ext uri="{FF2B5EF4-FFF2-40B4-BE49-F238E27FC236}">
                <a16:creationId xmlns:a16="http://schemas.microsoft.com/office/drawing/2014/main" id="{C5609B1F-B019-4162-BFCD-7CC7530F9441}"/>
              </a:ext>
            </a:extLst>
          </p:cNvPr>
          <p:cNvSpPr>
            <a:spLocks xmlns:a="http://schemas.openxmlformats.org/drawingml/2006/main" noGrp="1"/>
          </p:cNvSpPr>
          <p:nvPr/>
        </p:nvSpPr>
        <p:spPr>
          <a:xfrm xmlns:a="http://schemas.openxmlformats.org/drawingml/2006/main">
            <a:off x="628650" y="2981325"/>
            <a:ext cx="3505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0000"/>
              </a:lnSpc>
              <a:buNone/>
              <a:defRPr sz="1575" b="0" i="0">
                <a:solidFill>
                  <a:srgbClr val="111111"/>
                </a:solidFill>
                <a:latin typeface="Arial"/>
                <a:ea typeface="Arial"/>
                <a:cs typeface="Arial"/>
              </a:defRPr>
            </a:pPr>
            <a:r>
              <a:rPr sz="1575" b="0" i="0">
                <a:solidFill>
                  <a:srgbClr val="111111"/>
                </a:solidFill>
                <a:latin typeface="Arial"/>
                <a:ea typeface="Arial"/>
                <a:cs typeface="Arial"/>
              </a:rPr>
              <a:t>OFF: L(t) − Lref ≤ −Coff</a:t>
            </a:r>
            <a:endParaRPr sz="1575" b="0" i="0">
              <a:solidFill>
                <a:srgbClr val="111111"/>
              </a:solidFill>
              <a:latin typeface="Arial"/>
              <a:ea typeface="Arial"/>
              <a:cs typeface="Arial"/>
            </a:endParaRPr>
          </a:p>
        </p:txBody>
      </p:sp>
      <p:sp>
        <p:nvSpPr>
          <p:cNvPr id="11" name="矩形 10">
            <a:extLst xmlns:a="http://schemas.openxmlformats.org/drawingml/2006/main">
              <a:ext uri="{FF2B5EF4-FFF2-40B4-BE49-F238E27FC236}">
                <a16:creationId xmlns:a16="http://schemas.microsoft.com/office/drawing/2014/main" id="{8411529C-D6E6-4D86-8C09-37A203FC496C}"/>
              </a:ext>
            </a:extLst>
          </p:cNvPr>
          <p:cNvSpPr>
            <a:spLocks xmlns:a="http://schemas.openxmlformats.org/drawingml/2006/main" noGrp="1"/>
          </p:cNvSpPr>
          <p:nvPr/>
        </p:nvSpPr>
        <p:spPr>
          <a:xfrm xmlns:a="http://schemas.openxmlformats.org/drawingml/2006/main">
            <a:off x="523875" y="3543300"/>
            <a:ext cx="76200" cy="76200"/>
          </a:xfrm>
          <a:prstGeom xmlns:a="http://schemas.openxmlformats.org/drawingml/2006/main" prst="rect">
            <a:avLst/>
          </a:prstGeom>
          <a:solidFill xmlns:a="http://schemas.openxmlformats.org/drawingml/2006/main">
            <a:srgbClr val="075AA9"/>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2" name="矩形 11">
            <a:extLst xmlns:a="http://schemas.openxmlformats.org/drawingml/2006/main">
              <a:ext uri="{FF2B5EF4-FFF2-40B4-BE49-F238E27FC236}">
                <a16:creationId xmlns:a16="http://schemas.microsoft.com/office/drawing/2014/main" id="{3403D934-6100-4E2F-906A-F71EF89AC8A5}"/>
              </a:ext>
            </a:extLst>
          </p:cNvPr>
          <p:cNvSpPr>
            <a:spLocks xmlns:a="http://schemas.openxmlformats.org/drawingml/2006/main" noGrp="1"/>
          </p:cNvSpPr>
          <p:nvPr/>
        </p:nvSpPr>
        <p:spPr>
          <a:xfrm xmlns:a="http://schemas.openxmlformats.org/drawingml/2006/main">
            <a:off x="704850" y="3448050"/>
            <a:ext cx="342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0000"/>
              </a:lnSpc>
              <a:buNone/>
              <a:defRPr sz="1350" b="0" i="0">
                <a:solidFill>
                  <a:srgbClr val="555555"/>
                </a:solidFill>
                <a:latin typeface="Arial"/>
                <a:ea typeface="Arial"/>
                <a:cs typeface="Arial"/>
              </a:defRPr>
            </a:pPr>
            <a:r>
              <a:rPr sz="1350" b="0" i="0">
                <a:solidFill>
                  <a:srgbClr val="555555"/>
                </a:solidFill>
                <a:latin typeface="Arial"/>
                <a:ea typeface="Arial"/>
                <a:cs typeface="Arial"/>
              </a:rPr>
              <a:t>After each event, update </a:t>
            </a:r>
            <a:r>
              <a:rPr sz="1350" b="0" i="0">
                <a:solidFill>
                  <a:srgbClr val="555555"/>
                </a:solidFill>
                <a:latin typeface="Arial"/>
                <a:ea typeface="Arial"/>
                <a:cs typeface="Arial"/>
              </a:rPr>
              <a:t>Lref</a:t>
            </a:r>
            <a:r>
              <a:rPr sz="1350" b="0" i="0">
                <a:solidFill>
                  <a:srgbClr val="555555"/>
                </a:solidFill>
                <a:latin typeface="Arial"/>
                <a:ea typeface="Arial"/>
                <a:cs typeface="Arial"/>
              </a:rPr>
              <a:t> by exactly one applicable </a:t>
            </a:r>
            <a:r>
              <a:rPr sz="1350">
                <a:solidFill>
                  <a:srgbClr val="555555"/>
                </a:solidFill>
                <a:latin typeface="Arial"/>
                <a:ea typeface="Arial"/>
                <a:cs typeface="Arial"/>
              </a:rPr>
              <a:t>threshold.</a:t>
            </a:r>
            <a:endParaRPr sz="1350">
              <a:solidFill>
                <a:srgbClr val="555555"/>
              </a:solidFill>
              <a:latin typeface="Arial"/>
              <a:ea typeface="Arial"/>
              <a:cs typeface="Arial"/>
            </a:endParaRPr>
          </a:p>
        </p:txBody>
      </p:sp>
      <p:sp>
        <p:nvSpPr>
          <p:cNvPr id="13" name="reference-update-card">
            <a:extLst xmlns:a="http://schemas.openxmlformats.org/drawingml/2006/main">
              <a:ext uri="{FF2B5EF4-FFF2-40B4-BE49-F238E27FC236}">
                <a16:creationId xmlns:a16="http://schemas.microsoft.com/office/drawing/2014/main" id="{AC5F46B2-8948-4D90-8CA1-B98B392844A1}"/>
              </a:ext>
            </a:extLst>
          </p:cNvPr>
          <p:cNvSpPr>
            <a:spLocks xmlns:a="http://schemas.openxmlformats.org/drawingml/2006/main" noGrp="1"/>
          </p:cNvSpPr>
          <p:nvPr/>
        </p:nvSpPr>
        <p:spPr>
          <a:xfrm xmlns:a="http://schemas.openxmlformats.org/drawingml/2006/main">
            <a:off x="514350" y="4286250"/>
            <a:ext cx="3505200" cy="1028700"/>
          </a:xfrm>
          <a:prstGeom xmlns:a="http://schemas.openxmlformats.org/drawingml/2006/main" prst="roundRect">
            <a:avLst>
              <a:gd name="adj" fmla="val 7407"/>
            </a:avLst>
          </a:prstGeom>
          <a:solidFill xmlns:a="http://schemas.openxmlformats.org/drawingml/2006/main">
            <a:srgbClr val="F7F7F7"/>
          </a:solidFill>
          <a:ln xmlns:a="http://schemas.openxmlformats.org/drawingml/2006/main" w="9525">
            <a:solidFill>
              <a:srgbClr val="D2D2D2"/>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矩形 13">
            <a:extLst xmlns:a="http://schemas.openxmlformats.org/drawingml/2006/main">
              <a:ext uri="{FF2B5EF4-FFF2-40B4-BE49-F238E27FC236}">
                <a16:creationId xmlns:a16="http://schemas.microsoft.com/office/drawing/2014/main" id="{9B000EB7-E168-4173-A6E5-C47BD80E87D6}"/>
              </a:ext>
            </a:extLst>
          </p:cNvPr>
          <p:cNvSpPr>
            <a:spLocks xmlns:a="http://schemas.openxmlformats.org/drawingml/2006/main" noGrp="1"/>
          </p:cNvSpPr>
          <p:nvPr/>
        </p:nvSpPr>
        <p:spPr>
          <a:xfrm xmlns:a="http://schemas.openxmlformats.org/drawingml/2006/main">
            <a:off x="666750" y="4371975"/>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rmAutofit/>
          </a:bodyPr>
          <a:lstStyle xmlns:a="http://schemas.openxmlformats.org/drawingml/2006/main"/>
          <a:p xmlns:a="http://schemas.openxmlformats.org/drawingml/2006/main">
            <a:pPr algn="l">
              <a:lnSpc>
                <a:spcPct val="100000"/>
              </a:lnSpc>
              <a:buNone/>
              <a:defRPr sz="1350" b="1" i="0">
                <a:solidFill>
                  <a:srgbClr val="074B82"/>
                </a:solidFill>
                <a:latin typeface="Arial"/>
                <a:ea typeface="Arial"/>
                <a:cs typeface="Arial"/>
              </a:defRPr>
            </a:pPr>
            <a:r>
              <a:rPr sz="1350" b="1" i="0">
                <a:solidFill>
                  <a:srgbClr val="074B82"/>
                </a:solidFill>
                <a:latin typeface="Arial"/>
                <a:ea typeface="Arial"/>
                <a:cs typeface="Arial"/>
              </a:rPr>
              <a:t>Reference update</a:t>
            </a:r>
            <a:endParaRPr sz="1350" b="1" i="0">
              <a:solidFill>
                <a:srgbClr val="074B82"/>
              </a:solidFill>
              <a:latin typeface="Arial"/>
              <a:ea typeface="Arial"/>
              <a:cs typeface="Arial"/>
            </a:endParaRPr>
          </a:p>
        </p:txBody>
      </p:sp>
      <p:sp>
        <p:nvSpPr>
          <p:cNvPr id="15" name="矩形 14">
            <a:extLst xmlns:a="http://schemas.openxmlformats.org/drawingml/2006/main">
              <a:ext uri="{FF2B5EF4-FFF2-40B4-BE49-F238E27FC236}">
                <a16:creationId xmlns:a16="http://schemas.microsoft.com/office/drawing/2014/main" id="{E8D408A8-200D-4E2C-8112-91D9841A6961}"/>
              </a:ext>
            </a:extLst>
          </p:cNvPr>
          <p:cNvSpPr>
            <a:spLocks xmlns:a="http://schemas.openxmlformats.org/drawingml/2006/main" noGrp="1"/>
          </p:cNvSpPr>
          <p:nvPr/>
        </p:nvSpPr>
        <p:spPr>
          <a:xfrm xmlns:a="http://schemas.openxmlformats.org/drawingml/2006/main">
            <a:off x="666750" y="4648200"/>
            <a:ext cx="3067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0000"/>
              </a:lnSpc>
              <a:buNone/>
              <a:defRPr sz="1425" b="0" i="0">
                <a:solidFill>
                  <a:srgbClr val="111111"/>
                </a:solidFill>
                <a:latin typeface="Arial"/>
                <a:ea typeface="Arial"/>
                <a:cs typeface="Arial"/>
              </a:defRPr>
            </a:pPr>
            <a:r>
              <a:rPr sz="1425" b="0" i="0">
                <a:solidFill>
                  <a:srgbClr val="111111"/>
                </a:solidFill>
                <a:latin typeface="Arial"/>
                <a:ea typeface="Arial"/>
                <a:cs typeface="Arial"/>
              </a:rPr>
              <a:t>ON   Lref ← Lref + Con</a:t>
            </a:r>
            <a:endParaRPr sz="1425" b="0" i="0">
              <a:solidFill>
                <a:srgbClr val="111111"/>
              </a:solidFill>
              <a:latin typeface="Arial"/>
              <a:ea typeface="Arial"/>
              <a:cs typeface="Arial"/>
            </a:endParaRPr>
          </a:p>
          <a:p xmlns:a="http://schemas.openxmlformats.org/drawingml/2006/main">
            <a:pPr algn="l">
              <a:lnSpc>
                <a:spcPct val="100000"/>
              </a:lnSpc>
              <a:buNone/>
              <a:defRPr sz="1425" b="0" i="0">
                <a:solidFill>
                  <a:srgbClr val="111111"/>
                </a:solidFill>
                <a:latin typeface="Arial"/>
                <a:ea typeface="Arial"/>
                <a:cs typeface="Arial"/>
              </a:defRPr>
            </a:pPr>
            <a:r>
              <a:rPr sz="1425" b="0" i="0">
                <a:solidFill>
                  <a:srgbClr val="111111"/>
                </a:solidFill>
                <a:latin typeface="Arial"/>
                <a:ea typeface="Arial"/>
                <a:cs typeface="Arial"/>
              </a:rPr>
              <a:t>OFF  Lref ← Lref − Coff</a:t>
            </a:r>
            <a:endParaRPr sz="1425" b="0" i="0">
              <a:solidFill>
                <a:srgbClr val="111111"/>
              </a:solidFill>
              <a:latin typeface="Arial"/>
              <a:ea typeface="Arial"/>
              <a:cs typeface="Arial"/>
            </a:endParaRPr>
          </a:p>
        </p:txBody>
      </p:sp>
      <p:sp>
        <p:nvSpPr>
          <p:cNvPr id="16" name="矩形 15">
            <a:extLst xmlns:a="http://schemas.openxmlformats.org/drawingml/2006/main">
              <a:ext uri="{FF2B5EF4-FFF2-40B4-BE49-F238E27FC236}">
                <a16:creationId xmlns:a16="http://schemas.microsoft.com/office/drawing/2014/main" id="{4AC261D1-302D-4CE0-849B-08BC3A5CB34F}"/>
              </a:ext>
            </a:extLst>
          </p:cNvPr>
          <p:cNvSpPr>
            <a:spLocks xmlns:a="http://schemas.openxmlformats.org/drawingml/2006/main" noGrp="1"/>
          </p:cNvSpPr>
          <p:nvPr/>
        </p:nvSpPr>
        <p:spPr>
          <a:xfrm xmlns:a="http://schemas.openxmlformats.org/drawingml/2006/main">
            <a:off x="4953000" y="1028700"/>
            <a:ext cx="3476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rmAutofit fontScale="84446" lnSpcReduction="10000"/>
          </a:bodyPr>
          <a:lstStyle xmlns:a="http://schemas.openxmlformats.org/drawingml/2006/main"/>
          <a:p xmlns:a="http://schemas.openxmlformats.org/drawingml/2006/main">
            <a:pPr algn="ctr">
              <a:lnSpc>
                <a:spcPct val="100000"/>
              </a:lnSpc>
              <a:buNone/>
              <a:defRPr sz="1725" b="1" i="0">
                <a:solidFill>
                  <a:srgbClr val="074B82"/>
                </a:solidFill>
                <a:latin typeface="Arial"/>
                <a:ea typeface="Arial"/>
                <a:cs typeface="Arial"/>
              </a:defRPr>
            </a:pPr>
            <a:r>
              <a:rPr sz="1725" b="1" i="0">
                <a:solidFill>
                  <a:srgbClr val="074B82"/>
                </a:solidFill>
                <a:latin typeface="Arial"/>
                <a:ea typeface="Arial"/>
                <a:cs typeface="Arial"/>
              </a:rPr>
              <a:t>Asynchronous threshold crossings</a:t>
            </a:r>
            <a:endParaRPr sz="1725" b="1" i="0">
              <a:solidFill>
                <a:srgbClr val="074B82"/>
              </a:solidFill>
              <a:latin typeface="Arial"/>
              <a:ea typeface="Arial"/>
              <a:cs typeface="Arial"/>
            </a:endParaRPr>
          </a:p>
        </p:txBody>
      </p:sp>
      <p:sp>
        <p:nvSpPr>
          <p:cNvPr id="17" name="直接连接符 16">
            <a:extLst xmlns:a="http://schemas.openxmlformats.org/drawingml/2006/main">
              <a:ext uri="{FF2B5EF4-FFF2-40B4-BE49-F238E27FC236}">
                <a16:creationId xmlns:a16="http://schemas.microsoft.com/office/drawing/2014/main" id="{FC309C0B-7464-48B8-9DA1-70DA1E192DA1}"/>
              </a:ext>
            </a:extLst>
          </p:cNvPr>
          <p:cNvSpPr>
            <a:spLocks xmlns:a="http://schemas.openxmlformats.org/drawingml/2006/main" noGrp="1"/>
          </p:cNvSpPr>
          <p:nvPr/>
        </p:nvSpPr>
        <p:spPr>
          <a:xfrm xmlns:a="http://schemas.openxmlformats.org/drawingml/2006/main">
            <a:off x="4705350" y="4495800"/>
            <a:ext cx="4038600" cy="0"/>
          </a:xfrm>
          <a:prstGeom xmlns:a="http://schemas.openxmlformats.org/drawingml/2006/main" prst="line">
            <a:avLst/>
          </a:prstGeom>
          <a:noFill xmlns:a="http://schemas.openxmlformats.org/drawingml/2006/main"/>
          <a:ln xmlns:a="http://schemas.openxmlformats.org/drawingml/2006/main" w="23813">
            <a:solidFill>
              <a:srgbClr val="111111"/>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直接连接符 17">
            <a:extLst xmlns:a="http://schemas.openxmlformats.org/drawingml/2006/main">
              <a:ext uri="{FF2B5EF4-FFF2-40B4-BE49-F238E27FC236}">
                <a16:creationId xmlns:a16="http://schemas.microsoft.com/office/drawing/2014/main" id="{B6E919BA-75C1-478C-8F00-B378BBE4FE6A}"/>
              </a:ext>
            </a:extLst>
          </p:cNvPr>
          <p:cNvSpPr>
            <a:spLocks xmlns:a="http://schemas.openxmlformats.org/drawingml/2006/main" noGrp="1"/>
          </p:cNvSpPr>
          <p:nvPr/>
        </p:nvSpPr>
        <p:spPr>
          <a:xfrm xmlns:a="http://schemas.openxmlformats.org/drawingml/2006/main" flipV="1">
            <a:off x="4705350" y="1562100"/>
            <a:ext cx="0" cy="2933700"/>
          </a:xfrm>
          <a:prstGeom xmlns:a="http://schemas.openxmlformats.org/drawingml/2006/main" prst="line">
            <a:avLst/>
          </a:prstGeom>
          <a:noFill xmlns:a="http://schemas.openxmlformats.org/drawingml/2006/main"/>
          <a:ln xmlns:a="http://schemas.openxmlformats.org/drawingml/2006/main" w="23813">
            <a:solidFill>
              <a:srgbClr val="111111"/>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矩形 18">
            <a:extLst xmlns:a="http://schemas.openxmlformats.org/drawingml/2006/main">
              <a:ext uri="{FF2B5EF4-FFF2-40B4-BE49-F238E27FC236}">
                <a16:creationId xmlns:a16="http://schemas.microsoft.com/office/drawing/2014/main" id="{80314D3A-C7C7-4892-9054-ECB67BFAD266}"/>
              </a:ext>
            </a:extLst>
          </p:cNvPr>
          <p:cNvSpPr>
            <a:spLocks xmlns:a="http://schemas.openxmlformats.org/drawingml/2006/main" noGrp="1"/>
          </p:cNvSpPr>
          <p:nvPr/>
        </p:nvSpPr>
        <p:spPr>
          <a:xfrm xmlns:a="http://schemas.openxmlformats.org/drawingml/2006/main">
            <a:off x="8477250" y="45720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rmAutofit/>
          </a:bodyPr>
          <a:lstStyle xmlns:a="http://schemas.openxmlformats.org/drawingml/2006/main"/>
          <a:p xmlns:a="http://schemas.openxmlformats.org/drawingml/2006/main">
            <a:pPr algn="r">
              <a:lnSpc>
                <a:spcPct val="100000"/>
              </a:lnSpc>
              <a:buNone/>
              <a:defRPr sz="1200" b="0" i="1">
                <a:solidFill>
                  <a:srgbClr val="111111"/>
                </a:solidFill>
                <a:latin typeface="Arial"/>
                <a:ea typeface="Arial"/>
                <a:cs typeface="Arial"/>
              </a:defRPr>
            </a:pPr>
            <a:r>
              <a:rPr sz="1200" b="0" i="1">
                <a:solidFill>
                  <a:srgbClr val="111111"/>
                </a:solidFill>
                <a:latin typeface="Arial"/>
                <a:ea typeface="Arial"/>
                <a:cs typeface="Arial"/>
              </a:rPr>
              <a:t>time</a:t>
            </a:r>
            <a:endParaRPr sz="1200" b="0" i="1">
              <a:solidFill>
                <a:srgbClr val="111111"/>
              </a:solidFill>
              <a:latin typeface="Arial"/>
              <a:ea typeface="Arial"/>
              <a:cs typeface="Arial"/>
            </a:endParaRPr>
          </a:p>
        </p:txBody>
      </p:sp>
      <p:sp>
        <p:nvSpPr>
          <p:cNvPr id="20" name="矩形 19">
            <a:extLst xmlns:a="http://schemas.openxmlformats.org/drawingml/2006/main">
              <a:ext uri="{FF2B5EF4-FFF2-40B4-BE49-F238E27FC236}">
                <a16:creationId xmlns:a16="http://schemas.microsoft.com/office/drawing/2014/main" id="{B47302B1-0371-4A7E-A2AF-29093D56E37F}"/>
              </a:ext>
            </a:extLst>
          </p:cNvPr>
          <p:cNvSpPr>
            <a:spLocks xmlns:a="http://schemas.openxmlformats.org/drawingml/2006/main" noGrp="1"/>
          </p:cNvSpPr>
          <p:nvPr/>
        </p:nvSpPr>
        <p:spPr>
          <a:xfrm xmlns:a="http://schemas.openxmlformats.org/drawingml/2006/main">
            <a:off x="4629150" y="1323975"/>
            <a:ext cx="1095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rmAutofit/>
          </a:bodyPr>
          <a:lstStyle xmlns:a="http://schemas.openxmlformats.org/drawingml/2006/main"/>
          <a:p xmlns:a="http://schemas.openxmlformats.org/drawingml/2006/main">
            <a:pPr algn="l">
              <a:lnSpc>
                <a:spcPct val="100000"/>
              </a:lnSpc>
              <a:buNone/>
              <a:defRPr sz="1200" b="0" i="1">
                <a:solidFill>
                  <a:srgbClr val="111111"/>
                </a:solidFill>
                <a:latin typeface="Arial"/>
                <a:ea typeface="Arial"/>
                <a:cs typeface="Arial"/>
              </a:defRPr>
            </a:pPr>
            <a:r>
              <a:rPr sz="1200" b="0" i="1">
                <a:solidFill>
                  <a:srgbClr val="111111"/>
                </a:solidFill>
                <a:latin typeface="Arial"/>
                <a:ea typeface="Arial"/>
                <a:cs typeface="Arial"/>
              </a:rPr>
              <a:t>log intensity</a:t>
            </a:r>
            <a:endParaRPr sz="1200" b="0" i="1">
              <a:solidFill>
                <a:srgbClr val="111111"/>
              </a:solidFill>
              <a:latin typeface="Arial"/>
              <a:ea typeface="Arial"/>
              <a:cs typeface="Arial"/>
            </a:endParaRPr>
          </a:p>
        </p:txBody>
      </p:sp>
      <p:sp>
        <p:nvSpPr>
          <p:cNvPr id="21" name="直接连接符 20">
            <a:extLst xmlns:a="http://schemas.openxmlformats.org/drawingml/2006/main">
              <a:ext uri="{FF2B5EF4-FFF2-40B4-BE49-F238E27FC236}">
                <a16:creationId xmlns:a16="http://schemas.microsoft.com/office/drawing/2014/main" id="{76AEA854-98AB-4484-ABD7-699F227F3C31}"/>
              </a:ext>
            </a:extLst>
          </p:cNvPr>
          <p:cNvSpPr>
            <a:spLocks xmlns:a="http://schemas.openxmlformats.org/drawingml/2006/main" noGrp="1"/>
          </p:cNvSpPr>
          <p:nvPr/>
        </p:nvSpPr>
        <p:spPr>
          <a:xfrm xmlns:a="http://schemas.openxmlformats.org/drawingml/2006/main" flipV="1">
            <a:off x="4705350" y="2914650"/>
            <a:ext cx="323850" cy="342900"/>
          </a:xfrm>
          <a:prstGeom xmlns:a="http://schemas.openxmlformats.org/drawingml/2006/main" prst="line">
            <a:avLst/>
          </a:prstGeom>
          <a:noFill xmlns:a="http://schemas.openxmlformats.org/drawingml/2006/main"/>
          <a:ln xmlns:a="http://schemas.openxmlformats.org/drawingml/2006/main" w="28575">
            <a:solidFill>
              <a:srgbClr val="111111"/>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直接连接符 21">
            <a:extLst xmlns:a="http://schemas.openxmlformats.org/drawingml/2006/main">
              <a:ext uri="{FF2B5EF4-FFF2-40B4-BE49-F238E27FC236}">
                <a16:creationId xmlns:a16="http://schemas.microsoft.com/office/drawing/2014/main" id="{F0DECE26-64F3-4218-B590-6BCE98487CF4}"/>
              </a:ext>
            </a:extLst>
          </p:cNvPr>
          <p:cNvSpPr>
            <a:spLocks xmlns:a="http://schemas.openxmlformats.org/drawingml/2006/main" noGrp="1"/>
          </p:cNvSpPr>
          <p:nvPr/>
        </p:nvSpPr>
        <p:spPr>
          <a:xfrm xmlns:a="http://schemas.openxmlformats.org/drawingml/2006/main" flipV="1">
            <a:off x="5029200" y="2752725"/>
            <a:ext cx="381000" cy="161925"/>
          </a:xfrm>
          <a:prstGeom xmlns:a="http://schemas.openxmlformats.org/drawingml/2006/main" prst="line">
            <a:avLst/>
          </a:prstGeom>
          <a:noFill xmlns:a="http://schemas.openxmlformats.org/drawingml/2006/main"/>
          <a:ln xmlns:a="http://schemas.openxmlformats.org/drawingml/2006/main" w="28575">
            <a:solidFill>
              <a:srgbClr val="111111"/>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直接连接符 22">
            <a:extLst xmlns:a="http://schemas.openxmlformats.org/drawingml/2006/main">
              <a:ext uri="{FF2B5EF4-FFF2-40B4-BE49-F238E27FC236}">
                <a16:creationId xmlns:a16="http://schemas.microsoft.com/office/drawing/2014/main" id="{FB3A34EB-0F5A-4E82-87F4-BE57B972576A}"/>
              </a:ext>
            </a:extLst>
          </p:cNvPr>
          <p:cNvSpPr>
            <a:spLocks xmlns:a="http://schemas.openxmlformats.org/drawingml/2006/main" noGrp="1"/>
          </p:cNvSpPr>
          <p:nvPr/>
        </p:nvSpPr>
        <p:spPr>
          <a:xfrm xmlns:a="http://schemas.openxmlformats.org/drawingml/2006/main">
            <a:off x="5410200" y="2752725"/>
            <a:ext cx="361950" cy="114300"/>
          </a:xfrm>
          <a:prstGeom xmlns:a="http://schemas.openxmlformats.org/drawingml/2006/main" prst="line">
            <a:avLst/>
          </a:prstGeom>
          <a:noFill xmlns:a="http://schemas.openxmlformats.org/drawingml/2006/main"/>
          <a:ln xmlns:a="http://schemas.openxmlformats.org/drawingml/2006/main" w="28575">
            <a:solidFill>
              <a:srgbClr val="111111"/>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直接连接符 23">
            <a:extLst xmlns:a="http://schemas.openxmlformats.org/drawingml/2006/main">
              <a:ext uri="{FF2B5EF4-FFF2-40B4-BE49-F238E27FC236}">
                <a16:creationId xmlns:a16="http://schemas.microsoft.com/office/drawing/2014/main" id="{01ECE367-8A01-400D-95B5-E87C43123907}"/>
              </a:ext>
            </a:extLst>
          </p:cNvPr>
          <p:cNvSpPr>
            <a:spLocks xmlns:a="http://schemas.openxmlformats.org/drawingml/2006/main" noGrp="1"/>
          </p:cNvSpPr>
          <p:nvPr/>
        </p:nvSpPr>
        <p:spPr>
          <a:xfrm xmlns:a="http://schemas.openxmlformats.org/drawingml/2006/main">
            <a:off x="5772150" y="2867025"/>
            <a:ext cx="361950" cy="352425"/>
          </a:xfrm>
          <a:prstGeom xmlns:a="http://schemas.openxmlformats.org/drawingml/2006/main" prst="line">
            <a:avLst/>
          </a:prstGeom>
          <a:noFill xmlns:a="http://schemas.openxmlformats.org/drawingml/2006/main"/>
          <a:ln xmlns:a="http://schemas.openxmlformats.org/drawingml/2006/main" w="28575">
            <a:solidFill>
              <a:srgbClr val="111111"/>
            </a:solidFill>
            <a:prstDash val="solid"/>
          </a:ln>
        </p:spPr>
        <p:txBody>
          <a:bodyPr xmlns:a="http://schemas.openxmlformats.org/drawingml/2006/main"/>
          <a:lstStyle xmlns:a="http://schemas.openxmlformats.org/drawingml/2006/main"/>
          <a:p xmlns:a="http://schemas.openxmlformats.org/drawingml/2006/main">
            <a:endParaRPr/>
          </a:p>
        </p:txBody>
      </p:sp>
      <p:sp>
        <p:nvSpPr>
          <p:cNvPr id="25" name="直接连接符 24">
            <a:extLst xmlns:a="http://schemas.openxmlformats.org/drawingml/2006/main">
              <a:ext uri="{FF2B5EF4-FFF2-40B4-BE49-F238E27FC236}">
                <a16:creationId xmlns:a16="http://schemas.microsoft.com/office/drawing/2014/main" id="{D0249D7E-1DBB-4237-96EC-1FFCD75320C2}"/>
              </a:ext>
            </a:extLst>
          </p:cNvPr>
          <p:cNvSpPr>
            <a:spLocks xmlns:a="http://schemas.openxmlformats.org/drawingml/2006/main" noGrp="1"/>
          </p:cNvSpPr>
          <p:nvPr/>
        </p:nvSpPr>
        <p:spPr>
          <a:xfrm xmlns:a="http://schemas.openxmlformats.org/drawingml/2006/main">
            <a:off x="6134100" y="3219450"/>
            <a:ext cx="361950" cy="466725"/>
          </a:xfrm>
          <a:prstGeom xmlns:a="http://schemas.openxmlformats.org/drawingml/2006/main" prst="line">
            <a:avLst/>
          </a:prstGeom>
          <a:noFill xmlns:a="http://schemas.openxmlformats.org/drawingml/2006/main"/>
          <a:ln xmlns:a="http://schemas.openxmlformats.org/drawingml/2006/main" w="28575">
            <a:solidFill>
              <a:srgbClr val="111111"/>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直接连接符 25">
            <a:extLst xmlns:a="http://schemas.openxmlformats.org/drawingml/2006/main">
              <a:ext uri="{FF2B5EF4-FFF2-40B4-BE49-F238E27FC236}">
                <a16:creationId xmlns:a16="http://schemas.microsoft.com/office/drawing/2014/main" id="{648741E3-0DDE-4B8B-83AE-1E8F551DE156}"/>
              </a:ext>
            </a:extLst>
          </p:cNvPr>
          <p:cNvSpPr>
            <a:spLocks xmlns:a="http://schemas.openxmlformats.org/drawingml/2006/main" noGrp="1"/>
          </p:cNvSpPr>
          <p:nvPr/>
        </p:nvSpPr>
        <p:spPr>
          <a:xfrm xmlns:a="http://schemas.openxmlformats.org/drawingml/2006/main">
            <a:off x="6496050" y="3686175"/>
            <a:ext cx="381000" cy="161925"/>
          </a:xfrm>
          <a:prstGeom xmlns:a="http://schemas.openxmlformats.org/drawingml/2006/main" prst="line">
            <a:avLst/>
          </a:prstGeom>
          <a:noFill xmlns:a="http://schemas.openxmlformats.org/drawingml/2006/main"/>
          <a:ln xmlns:a="http://schemas.openxmlformats.org/drawingml/2006/main" w="28575">
            <a:solidFill>
              <a:srgbClr val="111111"/>
            </a:solidFill>
            <a:prstDash val="solid"/>
          </a:ln>
        </p:spPr>
        <p:txBody>
          <a:bodyPr xmlns:a="http://schemas.openxmlformats.org/drawingml/2006/main"/>
          <a:lstStyle xmlns:a="http://schemas.openxmlformats.org/drawingml/2006/main"/>
          <a:p xmlns:a="http://schemas.openxmlformats.org/drawingml/2006/main">
            <a:endParaRPr/>
          </a:p>
        </p:txBody>
      </p:sp>
      <p:sp>
        <p:nvSpPr>
          <p:cNvPr id="27" name="直接连接符 26">
            <a:extLst xmlns:a="http://schemas.openxmlformats.org/drawingml/2006/main">
              <a:ext uri="{FF2B5EF4-FFF2-40B4-BE49-F238E27FC236}">
                <a16:creationId xmlns:a16="http://schemas.microsoft.com/office/drawing/2014/main" id="{1CCB040B-D0D4-4F31-AD5D-5CEAB0D4BDA3}"/>
              </a:ext>
            </a:extLst>
          </p:cNvPr>
          <p:cNvSpPr>
            <a:spLocks xmlns:a="http://schemas.openxmlformats.org/drawingml/2006/main" noGrp="1"/>
          </p:cNvSpPr>
          <p:nvPr/>
        </p:nvSpPr>
        <p:spPr>
          <a:xfrm xmlns:a="http://schemas.openxmlformats.org/drawingml/2006/main" flipV="1">
            <a:off x="6877050" y="3638550"/>
            <a:ext cx="390525" cy="209550"/>
          </a:xfrm>
          <a:prstGeom xmlns:a="http://schemas.openxmlformats.org/drawingml/2006/main" prst="line">
            <a:avLst/>
          </a:prstGeom>
          <a:noFill xmlns:a="http://schemas.openxmlformats.org/drawingml/2006/main"/>
          <a:ln xmlns:a="http://schemas.openxmlformats.org/drawingml/2006/main" w="28575">
            <a:solidFill>
              <a:srgbClr val="111111"/>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直接连接符 27">
            <a:extLst xmlns:a="http://schemas.openxmlformats.org/drawingml/2006/main">
              <a:ext uri="{FF2B5EF4-FFF2-40B4-BE49-F238E27FC236}">
                <a16:creationId xmlns:a16="http://schemas.microsoft.com/office/drawing/2014/main" id="{2BF8FC52-2AC8-4EDE-BFAF-EC7457F88ABC}"/>
              </a:ext>
            </a:extLst>
          </p:cNvPr>
          <p:cNvSpPr>
            <a:spLocks xmlns:a="http://schemas.openxmlformats.org/drawingml/2006/main" noGrp="1"/>
          </p:cNvSpPr>
          <p:nvPr/>
        </p:nvSpPr>
        <p:spPr>
          <a:xfrm xmlns:a="http://schemas.openxmlformats.org/drawingml/2006/main" flipV="1">
            <a:off x="7267575" y="3190875"/>
            <a:ext cx="361950" cy="447675"/>
          </a:xfrm>
          <a:prstGeom xmlns:a="http://schemas.openxmlformats.org/drawingml/2006/main" prst="line">
            <a:avLst/>
          </a:prstGeom>
          <a:noFill xmlns:a="http://schemas.openxmlformats.org/drawingml/2006/main"/>
          <a:ln xmlns:a="http://schemas.openxmlformats.org/drawingml/2006/main" w="28575">
            <a:solidFill>
              <a:srgbClr val="111111"/>
            </a:solidFill>
            <a:prstDash val="solid"/>
          </a:ln>
        </p:spPr>
        <p:txBody>
          <a:bodyPr xmlns:a="http://schemas.openxmlformats.org/drawingml/2006/main"/>
          <a:lstStyle xmlns:a="http://schemas.openxmlformats.org/drawingml/2006/main"/>
          <a:p xmlns:a="http://schemas.openxmlformats.org/drawingml/2006/main">
            <a:endParaRPr/>
          </a:p>
        </p:txBody>
      </p:sp>
      <p:sp>
        <p:nvSpPr>
          <p:cNvPr id="29" name="直接连接符 28">
            <a:extLst xmlns:a="http://schemas.openxmlformats.org/drawingml/2006/main">
              <a:ext uri="{FF2B5EF4-FFF2-40B4-BE49-F238E27FC236}">
                <a16:creationId xmlns:a16="http://schemas.microsoft.com/office/drawing/2014/main" id="{C3E4726F-F302-4880-B09B-3CAA7475AD8A}"/>
              </a:ext>
            </a:extLst>
          </p:cNvPr>
          <p:cNvSpPr>
            <a:spLocks xmlns:a="http://schemas.openxmlformats.org/drawingml/2006/main" noGrp="1"/>
          </p:cNvSpPr>
          <p:nvPr/>
        </p:nvSpPr>
        <p:spPr>
          <a:xfrm xmlns:a="http://schemas.openxmlformats.org/drawingml/2006/main" flipV="1">
            <a:off x="7629525" y="2781300"/>
            <a:ext cx="352425" cy="409575"/>
          </a:xfrm>
          <a:prstGeom xmlns:a="http://schemas.openxmlformats.org/drawingml/2006/main" prst="line">
            <a:avLst/>
          </a:prstGeom>
          <a:noFill xmlns:a="http://schemas.openxmlformats.org/drawingml/2006/main"/>
          <a:ln xmlns:a="http://schemas.openxmlformats.org/drawingml/2006/main" w="28575">
            <a:solidFill>
              <a:srgbClr val="111111"/>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直接连接符 29">
            <a:extLst xmlns:a="http://schemas.openxmlformats.org/drawingml/2006/main">
              <a:ext uri="{FF2B5EF4-FFF2-40B4-BE49-F238E27FC236}">
                <a16:creationId xmlns:a16="http://schemas.microsoft.com/office/drawing/2014/main" id="{CBF57BE4-AB1F-49D9-92BA-6A8604BB9BF9}"/>
              </a:ext>
            </a:extLst>
          </p:cNvPr>
          <p:cNvSpPr>
            <a:spLocks xmlns:a="http://schemas.openxmlformats.org/drawingml/2006/main" noGrp="1"/>
          </p:cNvSpPr>
          <p:nvPr/>
        </p:nvSpPr>
        <p:spPr>
          <a:xfrm xmlns:a="http://schemas.openxmlformats.org/drawingml/2006/main">
            <a:off x="7981950" y="2781300"/>
            <a:ext cx="342900" cy="209550"/>
          </a:xfrm>
          <a:prstGeom xmlns:a="http://schemas.openxmlformats.org/drawingml/2006/main" prst="line">
            <a:avLst/>
          </a:prstGeom>
          <a:noFill xmlns:a="http://schemas.openxmlformats.org/drawingml/2006/main"/>
          <a:ln xmlns:a="http://schemas.openxmlformats.org/drawingml/2006/main" w="28575">
            <a:solidFill>
              <a:srgbClr val="111111"/>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直接连接符 30">
            <a:extLst xmlns:a="http://schemas.openxmlformats.org/drawingml/2006/main">
              <a:ext uri="{FF2B5EF4-FFF2-40B4-BE49-F238E27FC236}">
                <a16:creationId xmlns:a16="http://schemas.microsoft.com/office/drawing/2014/main" id="{00825375-9013-4D63-99C6-F8D92AF7A177}"/>
              </a:ext>
            </a:extLst>
          </p:cNvPr>
          <p:cNvSpPr>
            <a:spLocks xmlns:a="http://schemas.openxmlformats.org/drawingml/2006/main" noGrp="1"/>
          </p:cNvSpPr>
          <p:nvPr/>
        </p:nvSpPr>
        <p:spPr>
          <a:xfrm xmlns:a="http://schemas.openxmlformats.org/drawingml/2006/main">
            <a:off x="8324850" y="2990850"/>
            <a:ext cx="419100" cy="523875"/>
          </a:xfrm>
          <a:prstGeom xmlns:a="http://schemas.openxmlformats.org/drawingml/2006/main" prst="line">
            <a:avLst/>
          </a:prstGeom>
          <a:noFill xmlns:a="http://schemas.openxmlformats.org/drawingml/2006/main"/>
          <a:ln xmlns:a="http://schemas.openxmlformats.org/drawingml/2006/main" w="28575">
            <a:solidFill>
              <a:srgbClr val="111111"/>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椭圆 31">
            <a:extLst xmlns:a="http://schemas.openxmlformats.org/drawingml/2006/main">
              <a:ext uri="{FF2B5EF4-FFF2-40B4-BE49-F238E27FC236}">
                <a16:creationId xmlns:a16="http://schemas.microsoft.com/office/drawing/2014/main" id="{1F17CFB2-BD7E-4AF5-9F4C-8225055BAD2A}"/>
              </a:ext>
            </a:extLst>
          </p:cNvPr>
          <p:cNvSpPr>
            <a:spLocks xmlns:a="http://schemas.openxmlformats.org/drawingml/2006/main" noGrp="1"/>
          </p:cNvSpPr>
          <p:nvPr/>
        </p:nvSpPr>
        <p:spPr>
          <a:xfrm xmlns:a="http://schemas.openxmlformats.org/drawingml/2006/main">
            <a:off x="5305425" y="2647950"/>
            <a:ext cx="209550" cy="209550"/>
          </a:xfrm>
          <a:prstGeom xmlns:a="http://schemas.openxmlformats.org/drawingml/2006/main" prst="ellipse">
            <a:avLst/>
          </a:prstGeom>
          <a:solidFill xmlns:a="http://schemas.openxmlformats.org/drawingml/2006/main">
            <a:srgbClr val="C8180A"/>
          </a:solidFill>
          <a:ln xmlns:a="http://schemas.openxmlformats.org/drawingml/2006/main" w="14288">
            <a:solidFill>
              <a:srgbClr val="111111"/>
            </a:solidFill>
            <a:prstDash val="solid"/>
          </a:ln>
        </p:spPr>
        <p:txBody>
          <a:bodyPr xmlns:a="http://schemas.openxmlformats.org/drawingml/2006/main"/>
          <a:lstStyle xmlns:a="http://schemas.openxmlformats.org/drawingml/2006/main"/>
          <a:p xmlns:a="http://schemas.openxmlformats.org/drawingml/2006/main">
            <a:endParaRPr/>
          </a:p>
        </p:txBody>
      </p:sp>
      <p:sp>
        <p:nvSpPr>
          <p:cNvPr id="33" name="直接连接符 32">
            <a:extLst xmlns:a="http://schemas.openxmlformats.org/drawingml/2006/main">
              <a:ext uri="{FF2B5EF4-FFF2-40B4-BE49-F238E27FC236}">
                <a16:creationId xmlns:a16="http://schemas.microsoft.com/office/drawing/2014/main" id="{F3DB5C18-4B58-409F-8F9B-CC21046F3BF0}"/>
              </a:ext>
            </a:extLst>
          </p:cNvPr>
          <p:cNvSpPr>
            <a:spLocks xmlns:a="http://schemas.openxmlformats.org/drawingml/2006/main" noGrp="1"/>
          </p:cNvSpPr>
          <p:nvPr/>
        </p:nvSpPr>
        <p:spPr>
          <a:xfrm xmlns:a="http://schemas.openxmlformats.org/drawingml/2006/main" flipV="1">
            <a:off x="5410200" y="4714875"/>
            <a:ext cx="0" cy="266700"/>
          </a:xfrm>
          <a:prstGeom xmlns:a="http://schemas.openxmlformats.org/drawingml/2006/main" prst="line">
            <a:avLst/>
          </a:prstGeom>
          <a:noFill xmlns:a="http://schemas.openxmlformats.org/drawingml/2006/main"/>
          <a:ln xmlns:a="http://schemas.openxmlformats.org/drawingml/2006/main" w="28575">
            <a:solidFill>
              <a:srgbClr val="C8180A"/>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等腰三角形 33">
            <a:extLst xmlns:a="http://schemas.openxmlformats.org/drawingml/2006/main">
              <a:ext uri="{FF2B5EF4-FFF2-40B4-BE49-F238E27FC236}">
                <a16:creationId xmlns:a16="http://schemas.microsoft.com/office/drawing/2014/main" id="{F0EEA28A-50AC-4D7D-B159-FF9AF5ABB7E4}"/>
              </a:ext>
            </a:extLst>
          </p:cNvPr>
          <p:cNvSpPr>
            <a:spLocks xmlns:a="http://schemas.openxmlformats.org/drawingml/2006/main" noGrp="1"/>
          </p:cNvSpPr>
          <p:nvPr/>
        </p:nvSpPr>
        <p:spPr>
          <a:xfrm xmlns:a="http://schemas.openxmlformats.org/drawingml/2006/main">
            <a:off x="5343525" y="4667250"/>
            <a:ext cx="133350" cy="114300"/>
          </a:xfrm>
          <a:prstGeom xmlns:a="http://schemas.openxmlformats.org/drawingml/2006/main" prst="triangle">
            <a:avLst/>
          </a:prstGeom>
          <a:solidFill xmlns:a="http://schemas.openxmlformats.org/drawingml/2006/main">
            <a:srgbClr val="C8180A"/>
          </a:solidFill>
          <a:ln xmlns:a="http://schemas.openxmlformats.org/drawingml/2006/main" w="9525">
            <a:solidFill>
              <a:srgbClr val="C8180A"/>
            </a:solidFill>
            <a:prstDash val="solid"/>
          </a:ln>
        </p:spPr>
        <p:txBody>
          <a:bodyPr xmlns:a="http://schemas.openxmlformats.org/drawingml/2006/main"/>
          <a:lstStyle xmlns:a="http://schemas.openxmlformats.org/drawingml/2006/main"/>
          <a:p xmlns:a="http://schemas.openxmlformats.org/drawingml/2006/main">
            <a:endParaRPr/>
          </a:p>
        </p:txBody>
      </p:sp>
      <p:sp>
        <p:nvSpPr>
          <p:cNvPr id="35" name="矩形 34">
            <a:extLst xmlns:a="http://schemas.openxmlformats.org/drawingml/2006/main">
              <a:ext uri="{FF2B5EF4-FFF2-40B4-BE49-F238E27FC236}">
                <a16:creationId xmlns:a16="http://schemas.microsoft.com/office/drawing/2014/main" id="{464A9093-001B-4B71-AC30-1241BE638AF6}"/>
              </a:ext>
            </a:extLst>
          </p:cNvPr>
          <p:cNvSpPr>
            <a:spLocks xmlns:a="http://schemas.openxmlformats.org/drawingml/2006/main" noGrp="1"/>
          </p:cNvSpPr>
          <p:nvPr/>
        </p:nvSpPr>
        <p:spPr>
          <a:xfrm xmlns:a="http://schemas.openxmlformats.org/drawingml/2006/main">
            <a:off x="5219700" y="49815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rmAutofit/>
          </a:bodyPr>
          <a:lstStyle xmlns:a="http://schemas.openxmlformats.org/drawingml/2006/main"/>
          <a:p xmlns:a="http://schemas.openxmlformats.org/drawingml/2006/main">
            <a:pPr algn="ctr">
              <a:lnSpc>
                <a:spcPct val="100000"/>
              </a:lnSpc>
              <a:buNone/>
              <a:defRPr sz="900" b="0" i="1">
                <a:solidFill>
                  <a:srgbClr val="A50E08"/>
                </a:solidFill>
                <a:latin typeface="Arial"/>
                <a:ea typeface="Arial"/>
                <a:cs typeface="Arial"/>
              </a:defRPr>
            </a:pPr>
            <a:r>
              <a:rPr sz="900" b="0" i="1">
                <a:solidFill>
                  <a:srgbClr val="A50E08"/>
                </a:solidFill>
                <a:latin typeface="Arial"/>
                <a:ea typeface="Arial"/>
                <a:cs typeface="Arial"/>
              </a:rPr>
              <a:t>ON</a:t>
            </a:r>
            <a:endParaRPr sz="900" b="0" i="1">
              <a:solidFill>
                <a:srgbClr val="A50E08"/>
              </a:solidFill>
              <a:latin typeface="Arial"/>
              <a:ea typeface="Arial"/>
              <a:cs typeface="Arial"/>
            </a:endParaRPr>
          </a:p>
        </p:txBody>
      </p:sp>
      <p:sp>
        <p:nvSpPr>
          <p:cNvPr id="36" name="椭圆 35">
            <a:extLst xmlns:a="http://schemas.openxmlformats.org/drawingml/2006/main">
              <a:ext uri="{FF2B5EF4-FFF2-40B4-BE49-F238E27FC236}">
                <a16:creationId xmlns:a16="http://schemas.microsoft.com/office/drawing/2014/main" id="{8A659762-297C-4334-A035-2B5F5966B584}"/>
              </a:ext>
            </a:extLst>
          </p:cNvPr>
          <p:cNvSpPr>
            <a:spLocks xmlns:a="http://schemas.openxmlformats.org/drawingml/2006/main" noGrp="1"/>
          </p:cNvSpPr>
          <p:nvPr/>
        </p:nvSpPr>
        <p:spPr>
          <a:xfrm xmlns:a="http://schemas.openxmlformats.org/drawingml/2006/main">
            <a:off x="6029325" y="3114675"/>
            <a:ext cx="209550" cy="209550"/>
          </a:xfrm>
          <a:prstGeom xmlns:a="http://schemas.openxmlformats.org/drawingml/2006/main" prst="ellipse">
            <a:avLst/>
          </a:prstGeom>
          <a:solidFill xmlns:a="http://schemas.openxmlformats.org/drawingml/2006/main">
            <a:srgbClr val="1670C1"/>
          </a:solidFill>
          <a:ln xmlns:a="http://schemas.openxmlformats.org/drawingml/2006/main" w="14288">
            <a:solidFill>
              <a:srgbClr val="111111"/>
            </a:solidFill>
            <a:prstDash val="solid"/>
          </a:ln>
        </p:spPr>
        <p:txBody>
          <a:bodyPr xmlns:a="http://schemas.openxmlformats.org/drawingml/2006/main"/>
          <a:lstStyle xmlns:a="http://schemas.openxmlformats.org/drawingml/2006/main"/>
          <a:p xmlns:a="http://schemas.openxmlformats.org/drawingml/2006/main">
            <a:endParaRPr/>
          </a:p>
        </p:txBody>
      </p:sp>
      <p:sp>
        <p:nvSpPr>
          <p:cNvPr id="37" name="直接连接符 36">
            <a:extLst xmlns:a="http://schemas.openxmlformats.org/drawingml/2006/main">
              <a:ext uri="{FF2B5EF4-FFF2-40B4-BE49-F238E27FC236}">
                <a16:creationId xmlns:a16="http://schemas.microsoft.com/office/drawing/2014/main" id="{68856471-4E11-404B-9DEA-316B71F71238}"/>
              </a:ext>
            </a:extLst>
          </p:cNvPr>
          <p:cNvSpPr>
            <a:spLocks xmlns:a="http://schemas.openxmlformats.org/drawingml/2006/main" noGrp="1"/>
          </p:cNvSpPr>
          <p:nvPr/>
        </p:nvSpPr>
        <p:spPr>
          <a:xfrm xmlns:a="http://schemas.openxmlformats.org/drawingml/2006/main">
            <a:off x="6134100" y="4686300"/>
            <a:ext cx="0" cy="266700"/>
          </a:xfrm>
          <a:prstGeom xmlns:a="http://schemas.openxmlformats.org/drawingml/2006/main" prst="line">
            <a:avLst/>
          </a:prstGeom>
          <a:noFill xmlns:a="http://schemas.openxmlformats.org/drawingml/2006/main"/>
          <a:ln xmlns:a="http://schemas.openxmlformats.org/drawingml/2006/main" w="28575">
            <a:solidFill>
              <a:srgbClr val="1670C1"/>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等腰三角形 37">
            <a:extLst xmlns:a="http://schemas.openxmlformats.org/drawingml/2006/main">
              <a:ext uri="{FF2B5EF4-FFF2-40B4-BE49-F238E27FC236}">
                <a16:creationId xmlns:a16="http://schemas.microsoft.com/office/drawing/2014/main" id="{B8EA164E-4F69-40CF-AC66-8CAFAF78925F}"/>
              </a:ext>
            </a:extLst>
          </p:cNvPr>
          <p:cNvSpPr>
            <a:spLocks xmlns:a="http://schemas.openxmlformats.org/drawingml/2006/main" noGrp="1"/>
          </p:cNvSpPr>
          <p:nvPr/>
        </p:nvSpPr>
        <p:spPr>
          <a:xfrm xmlns:a="http://schemas.openxmlformats.org/drawingml/2006/main" rot="10800000">
            <a:off x="6067425" y="4905375"/>
            <a:ext cx="133350" cy="114300"/>
          </a:xfrm>
          <a:prstGeom xmlns:a="http://schemas.openxmlformats.org/drawingml/2006/main" prst="triangle">
            <a:avLst/>
          </a:prstGeom>
          <a:solidFill xmlns:a="http://schemas.openxmlformats.org/drawingml/2006/main">
            <a:srgbClr val="1670C1"/>
          </a:solidFill>
          <a:ln xmlns:a="http://schemas.openxmlformats.org/drawingml/2006/main" w="9525">
            <a:solidFill>
              <a:srgbClr val="1670C1"/>
            </a:solidFill>
            <a:prstDash val="solid"/>
          </a:ln>
        </p:spPr>
        <p:txBody>
          <a:bodyPr xmlns:a="http://schemas.openxmlformats.org/drawingml/2006/main"/>
          <a:lstStyle xmlns:a="http://schemas.openxmlformats.org/drawingml/2006/main"/>
          <a:p xmlns:a="http://schemas.openxmlformats.org/drawingml/2006/main">
            <a:endParaRPr/>
          </a:p>
        </p:txBody>
      </p:sp>
      <p:sp>
        <p:nvSpPr>
          <p:cNvPr id="39" name="矩形 38">
            <a:extLst xmlns:a="http://schemas.openxmlformats.org/drawingml/2006/main">
              <a:ext uri="{FF2B5EF4-FFF2-40B4-BE49-F238E27FC236}">
                <a16:creationId xmlns:a16="http://schemas.microsoft.com/office/drawing/2014/main" id="{1C145712-D55C-4552-9649-E4C168003352}"/>
              </a:ext>
            </a:extLst>
          </p:cNvPr>
          <p:cNvSpPr>
            <a:spLocks xmlns:a="http://schemas.openxmlformats.org/drawingml/2006/main" noGrp="1"/>
          </p:cNvSpPr>
          <p:nvPr/>
        </p:nvSpPr>
        <p:spPr>
          <a:xfrm xmlns:a="http://schemas.openxmlformats.org/drawingml/2006/main">
            <a:off x="5924550" y="4981575"/>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rmAutofit/>
          </a:bodyPr>
          <a:lstStyle xmlns:a="http://schemas.openxmlformats.org/drawingml/2006/main"/>
          <a:p xmlns:a="http://schemas.openxmlformats.org/drawingml/2006/main">
            <a:pPr algn="ctr">
              <a:lnSpc>
                <a:spcPct val="100000"/>
              </a:lnSpc>
              <a:buNone/>
              <a:defRPr sz="900" b="0" i="1">
                <a:solidFill>
                  <a:srgbClr val="075AA9"/>
                </a:solidFill>
                <a:latin typeface="Arial"/>
                <a:ea typeface="Arial"/>
                <a:cs typeface="Arial"/>
              </a:defRPr>
            </a:pPr>
            <a:r>
              <a:rPr sz="900" b="0" i="1">
                <a:solidFill>
                  <a:srgbClr val="075AA9"/>
                </a:solidFill>
                <a:latin typeface="Arial"/>
                <a:ea typeface="Arial"/>
                <a:cs typeface="Arial"/>
              </a:rPr>
              <a:t>OFF</a:t>
            </a:r>
            <a:endParaRPr sz="900" b="0" i="1">
              <a:solidFill>
                <a:srgbClr val="075AA9"/>
              </a:solidFill>
              <a:latin typeface="Arial"/>
              <a:ea typeface="Arial"/>
              <a:cs typeface="Arial"/>
            </a:endParaRPr>
          </a:p>
        </p:txBody>
      </p:sp>
      <p:sp>
        <p:nvSpPr>
          <p:cNvPr id="40" name="椭圆 39">
            <a:extLst xmlns:a="http://schemas.openxmlformats.org/drawingml/2006/main">
              <a:ext uri="{FF2B5EF4-FFF2-40B4-BE49-F238E27FC236}">
                <a16:creationId xmlns:a16="http://schemas.microsoft.com/office/drawing/2014/main" id="{C0E09B4D-75BD-414D-BBD9-7F76FECCFB9C}"/>
              </a:ext>
            </a:extLst>
          </p:cNvPr>
          <p:cNvSpPr>
            <a:spLocks xmlns:a="http://schemas.openxmlformats.org/drawingml/2006/main" noGrp="1"/>
          </p:cNvSpPr>
          <p:nvPr/>
        </p:nvSpPr>
        <p:spPr>
          <a:xfrm xmlns:a="http://schemas.openxmlformats.org/drawingml/2006/main">
            <a:off x="6391275" y="3581400"/>
            <a:ext cx="209550" cy="209550"/>
          </a:xfrm>
          <a:prstGeom xmlns:a="http://schemas.openxmlformats.org/drawingml/2006/main" prst="ellipse">
            <a:avLst/>
          </a:prstGeom>
          <a:solidFill xmlns:a="http://schemas.openxmlformats.org/drawingml/2006/main">
            <a:srgbClr val="1670C1"/>
          </a:solidFill>
          <a:ln xmlns:a="http://schemas.openxmlformats.org/drawingml/2006/main" w="14288">
            <a:solidFill>
              <a:srgbClr val="111111"/>
            </a:solidFill>
            <a:prstDash val="solid"/>
          </a:ln>
        </p:spPr>
        <p:txBody>
          <a:bodyPr xmlns:a="http://schemas.openxmlformats.org/drawingml/2006/main"/>
          <a:lstStyle xmlns:a="http://schemas.openxmlformats.org/drawingml/2006/main"/>
          <a:p xmlns:a="http://schemas.openxmlformats.org/drawingml/2006/main">
            <a:endParaRPr/>
          </a:p>
        </p:txBody>
      </p:sp>
      <p:sp>
        <p:nvSpPr>
          <p:cNvPr id="41" name="直接连接符 40">
            <a:extLst xmlns:a="http://schemas.openxmlformats.org/drawingml/2006/main">
              <a:ext uri="{FF2B5EF4-FFF2-40B4-BE49-F238E27FC236}">
                <a16:creationId xmlns:a16="http://schemas.microsoft.com/office/drawing/2014/main" id="{CFA62E94-6AD4-4970-A86E-0BA11363CDC4}"/>
              </a:ext>
            </a:extLst>
          </p:cNvPr>
          <p:cNvSpPr>
            <a:spLocks xmlns:a="http://schemas.openxmlformats.org/drawingml/2006/main" noGrp="1"/>
          </p:cNvSpPr>
          <p:nvPr/>
        </p:nvSpPr>
        <p:spPr>
          <a:xfrm xmlns:a="http://schemas.openxmlformats.org/drawingml/2006/main">
            <a:off x="6496050" y="4686300"/>
            <a:ext cx="0" cy="266700"/>
          </a:xfrm>
          <a:prstGeom xmlns:a="http://schemas.openxmlformats.org/drawingml/2006/main" prst="line">
            <a:avLst/>
          </a:prstGeom>
          <a:noFill xmlns:a="http://schemas.openxmlformats.org/drawingml/2006/main"/>
          <a:ln xmlns:a="http://schemas.openxmlformats.org/drawingml/2006/main" w="28575">
            <a:solidFill>
              <a:srgbClr val="1670C1"/>
            </a:solidFill>
            <a:prstDash val="solid"/>
          </a:ln>
        </p:spPr>
        <p:txBody>
          <a:bodyPr xmlns:a="http://schemas.openxmlformats.org/drawingml/2006/main"/>
          <a:lstStyle xmlns:a="http://schemas.openxmlformats.org/drawingml/2006/main"/>
          <a:p xmlns:a="http://schemas.openxmlformats.org/drawingml/2006/main">
            <a:endParaRPr/>
          </a:p>
        </p:txBody>
      </p:sp>
      <p:sp>
        <p:nvSpPr>
          <p:cNvPr id="42" name="等腰三角形 41">
            <a:extLst xmlns:a="http://schemas.openxmlformats.org/drawingml/2006/main">
              <a:ext uri="{FF2B5EF4-FFF2-40B4-BE49-F238E27FC236}">
                <a16:creationId xmlns:a16="http://schemas.microsoft.com/office/drawing/2014/main" id="{3B7A298B-EF15-4517-B633-F2862FC930BB}"/>
              </a:ext>
            </a:extLst>
          </p:cNvPr>
          <p:cNvSpPr>
            <a:spLocks xmlns:a="http://schemas.openxmlformats.org/drawingml/2006/main" noGrp="1"/>
          </p:cNvSpPr>
          <p:nvPr/>
        </p:nvSpPr>
        <p:spPr>
          <a:xfrm xmlns:a="http://schemas.openxmlformats.org/drawingml/2006/main" rot="10800000">
            <a:off x="6429375" y="4905375"/>
            <a:ext cx="133350" cy="114300"/>
          </a:xfrm>
          <a:prstGeom xmlns:a="http://schemas.openxmlformats.org/drawingml/2006/main" prst="triangle">
            <a:avLst/>
          </a:prstGeom>
          <a:solidFill xmlns:a="http://schemas.openxmlformats.org/drawingml/2006/main">
            <a:srgbClr val="1670C1"/>
          </a:solidFill>
          <a:ln xmlns:a="http://schemas.openxmlformats.org/drawingml/2006/main" w="9525">
            <a:solidFill>
              <a:srgbClr val="1670C1"/>
            </a:solidFill>
            <a:prstDash val="solid"/>
          </a:ln>
        </p:spPr>
        <p:txBody>
          <a:bodyPr xmlns:a="http://schemas.openxmlformats.org/drawingml/2006/main"/>
          <a:lstStyle xmlns:a="http://schemas.openxmlformats.org/drawingml/2006/main"/>
          <a:p xmlns:a="http://schemas.openxmlformats.org/drawingml/2006/main">
            <a:endParaRPr/>
          </a:p>
        </p:txBody>
      </p:sp>
      <p:sp>
        <p:nvSpPr>
          <p:cNvPr id="43" name="矩形 42">
            <a:extLst xmlns:a="http://schemas.openxmlformats.org/drawingml/2006/main">
              <a:ext uri="{FF2B5EF4-FFF2-40B4-BE49-F238E27FC236}">
                <a16:creationId xmlns:a16="http://schemas.microsoft.com/office/drawing/2014/main" id="{C0FA7E6E-DFBF-406D-9089-A9C6D4DCD211}"/>
              </a:ext>
            </a:extLst>
          </p:cNvPr>
          <p:cNvSpPr>
            <a:spLocks xmlns:a="http://schemas.openxmlformats.org/drawingml/2006/main" noGrp="1"/>
          </p:cNvSpPr>
          <p:nvPr/>
        </p:nvSpPr>
        <p:spPr>
          <a:xfrm xmlns:a="http://schemas.openxmlformats.org/drawingml/2006/main">
            <a:off x="6286500" y="4981575"/>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rmAutofit/>
          </a:bodyPr>
          <a:lstStyle xmlns:a="http://schemas.openxmlformats.org/drawingml/2006/main"/>
          <a:p xmlns:a="http://schemas.openxmlformats.org/drawingml/2006/main">
            <a:pPr algn="ctr">
              <a:lnSpc>
                <a:spcPct val="100000"/>
              </a:lnSpc>
              <a:buNone/>
              <a:defRPr sz="900" b="0" i="1">
                <a:solidFill>
                  <a:srgbClr val="075AA9"/>
                </a:solidFill>
                <a:latin typeface="Arial"/>
                <a:ea typeface="Arial"/>
                <a:cs typeface="Arial"/>
              </a:defRPr>
            </a:pPr>
            <a:r>
              <a:rPr sz="900" b="0" i="1">
                <a:solidFill>
                  <a:srgbClr val="075AA9"/>
                </a:solidFill>
                <a:latin typeface="Arial"/>
                <a:ea typeface="Arial"/>
                <a:cs typeface="Arial"/>
              </a:rPr>
              <a:t>OFF</a:t>
            </a:r>
            <a:endParaRPr sz="900" b="0" i="1">
              <a:solidFill>
                <a:srgbClr val="075AA9"/>
              </a:solidFill>
              <a:latin typeface="Arial"/>
              <a:ea typeface="Arial"/>
              <a:cs typeface="Arial"/>
            </a:endParaRPr>
          </a:p>
        </p:txBody>
      </p:sp>
      <p:sp>
        <p:nvSpPr>
          <p:cNvPr id="44" name="椭圆 43">
            <a:extLst xmlns:a="http://schemas.openxmlformats.org/drawingml/2006/main">
              <a:ext uri="{FF2B5EF4-FFF2-40B4-BE49-F238E27FC236}">
                <a16:creationId xmlns:a16="http://schemas.microsoft.com/office/drawing/2014/main" id="{265535C5-E57D-498C-8BA7-45F2FED071BE}"/>
              </a:ext>
            </a:extLst>
          </p:cNvPr>
          <p:cNvSpPr>
            <a:spLocks xmlns:a="http://schemas.openxmlformats.org/drawingml/2006/main" noGrp="1"/>
          </p:cNvSpPr>
          <p:nvPr/>
        </p:nvSpPr>
        <p:spPr>
          <a:xfrm xmlns:a="http://schemas.openxmlformats.org/drawingml/2006/main">
            <a:off x="7162800" y="3533775"/>
            <a:ext cx="209550" cy="209550"/>
          </a:xfrm>
          <a:prstGeom xmlns:a="http://schemas.openxmlformats.org/drawingml/2006/main" prst="ellipse">
            <a:avLst/>
          </a:prstGeom>
          <a:solidFill xmlns:a="http://schemas.openxmlformats.org/drawingml/2006/main">
            <a:srgbClr val="C8180A"/>
          </a:solidFill>
          <a:ln xmlns:a="http://schemas.openxmlformats.org/drawingml/2006/main" w="14288">
            <a:solidFill>
              <a:srgbClr val="111111"/>
            </a:solidFill>
            <a:prstDash val="solid"/>
          </a:ln>
        </p:spPr>
        <p:txBody>
          <a:bodyPr xmlns:a="http://schemas.openxmlformats.org/drawingml/2006/main"/>
          <a:lstStyle xmlns:a="http://schemas.openxmlformats.org/drawingml/2006/main"/>
          <a:p xmlns:a="http://schemas.openxmlformats.org/drawingml/2006/main">
            <a:endParaRPr/>
          </a:p>
        </p:txBody>
      </p:sp>
      <p:sp>
        <p:nvSpPr>
          <p:cNvPr id="45" name="直接连接符 44">
            <a:extLst xmlns:a="http://schemas.openxmlformats.org/drawingml/2006/main">
              <a:ext uri="{FF2B5EF4-FFF2-40B4-BE49-F238E27FC236}">
                <a16:creationId xmlns:a16="http://schemas.microsoft.com/office/drawing/2014/main" id="{B8511558-69B0-4257-BEA0-2B6A0357A591}"/>
              </a:ext>
            </a:extLst>
          </p:cNvPr>
          <p:cNvSpPr>
            <a:spLocks xmlns:a="http://schemas.openxmlformats.org/drawingml/2006/main" noGrp="1"/>
          </p:cNvSpPr>
          <p:nvPr/>
        </p:nvSpPr>
        <p:spPr>
          <a:xfrm xmlns:a="http://schemas.openxmlformats.org/drawingml/2006/main" flipV="1">
            <a:off x="7267575" y="4714875"/>
            <a:ext cx="0" cy="266700"/>
          </a:xfrm>
          <a:prstGeom xmlns:a="http://schemas.openxmlformats.org/drawingml/2006/main" prst="line">
            <a:avLst/>
          </a:prstGeom>
          <a:noFill xmlns:a="http://schemas.openxmlformats.org/drawingml/2006/main"/>
          <a:ln xmlns:a="http://schemas.openxmlformats.org/drawingml/2006/main" w="28575">
            <a:solidFill>
              <a:srgbClr val="C8180A"/>
            </a:solidFill>
            <a:prstDash val="solid"/>
          </a:ln>
        </p:spPr>
        <p:txBody>
          <a:bodyPr xmlns:a="http://schemas.openxmlformats.org/drawingml/2006/main"/>
          <a:lstStyle xmlns:a="http://schemas.openxmlformats.org/drawingml/2006/main"/>
          <a:p xmlns:a="http://schemas.openxmlformats.org/drawingml/2006/main">
            <a:endParaRPr/>
          </a:p>
        </p:txBody>
      </p:sp>
      <p:sp>
        <p:nvSpPr>
          <p:cNvPr id="46" name="等腰三角形 45">
            <a:extLst xmlns:a="http://schemas.openxmlformats.org/drawingml/2006/main">
              <a:ext uri="{FF2B5EF4-FFF2-40B4-BE49-F238E27FC236}">
                <a16:creationId xmlns:a16="http://schemas.microsoft.com/office/drawing/2014/main" id="{19A165EC-73DF-4DB5-8754-DCA1898FAEC4}"/>
              </a:ext>
            </a:extLst>
          </p:cNvPr>
          <p:cNvSpPr>
            <a:spLocks xmlns:a="http://schemas.openxmlformats.org/drawingml/2006/main" noGrp="1"/>
          </p:cNvSpPr>
          <p:nvPr/>
        </p:nvSpPr>
        <p:spPr>
          <a:xfrm xmlns:a="http://schemas.openxmlformats.org/drawingml/2006/main">
            <a:off x="7200900" y="4667250"/>
            <a:ext cx="133350" cy="114300"/>
          </a:xfrm>
          <a:prstGeom xmlns:a="http://schemas.openxmlformats.org/drawingml/2006/main" prst="triangle">
            <a:avLst/>
          </a:prstGeom>
          <a:solidFill xmlns:a="http://schemas.openxmlformats.org/drawingml/2006/main">
            <a:srgbClr val="C8180A"/>
          </a:solidFill>
          <a:ln xmlns:a="http://schemas.openxmlformats.org/drawingml/2006/main" w="9525">
            <a:solidFill>
              <a:srgbClr val="C8180A"/>
            </a:solidFill>
            <a:prstDash val="solid"/>
          </a:ln>
        </p:spPr>
        <p:txBody>
          <a:bodyPr xmlns:a="http://schemas.openxmlformats.org/drawingml/2006/main"/>
          <a:lstStyle xmlns:a="http://schemas.openxmlformats.org/drawingml/2006/main"/>
          <a:p xmlns:a="http://schemas.openxmlformats.org/drawingml/2006/main">
            <a:endParaRPr/>
          </a:p>
        </p:txBody>
      </p:sp>
      <p:sp>
        <p:nvSpPr>
          <p:cNvPr id="47" name="矩形 46">
            <a:extLst xmlns:a="http://schemas.openxmlformats.org/drawingml/2006/main">
              <a:ext uri="{FF2B5EF4-FFF2-40B4-BE49-F238E27FC236}">
                <a16:creationId xmlns:a16="http://schemas.microsoft.com/office/drawing/2014/main" id="{ACF973BA-FC0F-4527-8D75-F392052B19C4}"/>
              </a:ext>
            </a:extLst>
          </p:cNvPr>
          <p:cNvSpPr>
            <a:spLocks xmlns:a="http://schemas.openxmlformats.org/drawingml/2006/main" noGrp="1"/>
          </p:cNvSpPr>
          <p:nvPr/>
        </p:nvSpPr>
        <p:spPr>
          <a:xfrm xmlns:a="http://schemas.openxmlformats.org/drawingml/2006/main">
            <a:off x="7077075" y="49815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rmAutofit/>
          </a:bodyPr>
          <a:lstStyle xmlns:a="http://schemas.openxmlformats.org/drawingml/2006/main"/>
          <a:p xmlns:a="http://schemas.openxmlformats.org/drawingml/2006/main">
            <a:pPr algn="ctr">
              <a:lnSpc>
                <a:spcPct val="100000"/>
              </a:lnSpc>
              <a:buNone/>
              <a:defRPr sz="900" b="0" i="1">
                <a:solidFill>
                  <a:srgbClr val="A50E08"/>
                </a:solidFill>
                <a:latin typeface="Arial"/>
                <a:ea typeface="Arial"/>
                <a:cs typeface="Arial"/>
              </a:defRPr>
            </a:pPr>
            <a:r>
              <a:rPr sz="900" b="0" i="1">
                <a:solidFill>
                  <a:srgbClr val="A50E08"/>
                </a:solidFill>
                <a:latin typeface="Arial"/>
                <a:ea typeface="Arial"/>
                <a:cs typeface="Arial"/>
              </a:rPr>
              <a:t>ON</a:t>
            </a:r>
            <a:endParaRPr sz="900" b="0" i="1">
              <a:solidFill>
                <a:srgbClr val="A50E08"/>
              </a:solidFill>
              <a:latin typeface="Arial"/>
              <a:ea typeface="Arial"/>
              <a:cs typeface="Arial"/>
            </a:endParaRPr>
          </a:p>
        </p:txBody>
      </p:sp>
      <p:sp>
        <p:nvSpPr>
          <p:cNvPr id="48" name="椭圆 47">
            <a:extLst xmlns:a="http://schemas.openxmlformats.org/drawingml/2006/main">
              <a:ext uri="{FF2B5EF4-FFF2-40B4-BE49-F238E27FC236}">
                <a16:creationId xmlns:a16="http://schemas.microsoft.com/office/drawing/2014/main" id="{C785779D-7C9A-490F-B367-9331C2169691}"/>
              </a:ext>
            </a:extLst>
          </p:cNvPr>
          <p:cNvSpPr>
            <a:spLocks xmlns:a="http://schemas.openxmlformats.org/drawingml/2006/main" noGrp="1"/>
          </p:cNvSpPr>
          <p:nvPr/>
        </p:nvSpPr>
        <p:spPr>
          <a:xfrm xmlns:a="http://schemas.openxmlformats.org/drawingml/2006/main">
            <a:off x="7877175" y="2676525"/>
            <a:ext cx="209550" cy="209550"/>
          </a:xfrm>
          <a:prstGeom xmlns:a="http://schemas.openxmlformats.org/drawingml/2006/main" prst="ellipse">
            <a:avLst/>
          </a:prstGeom>
          <a:solidFill xmlns:a="http://schemas.openxmlformats.org/drawingml/2006/main">
            <a:srgbClr val="C8180A"/>
          </a:solidFill>
          <a:ln xmlns:a="http://schemas.openxmlformats.org/drawingml/2006/main" w="14288">
            <a:solidFill>
              <a:srgbClr val="111111"/>
            </a:solidFill>
            <a:prstDash val="solid"/>
          </a:ln>
        </p:spPr>
        <p:txBody>
          <a:bodyPr xmlns:a="http://schemas.openxmlformats.org/drawingml/2006/main"/>
          <a:lstStyle xmlns:a="http://schemas.openxmlformats.org/drawingml/2006/main"/>
          <a:p xmlns:a="http://schemas.openxmlformats.org/drawingml/2006/main">
            <a:endParaRPr/>
          </a:p>
        </p:txBody>
      </p:sp>
      <p:sp>
        <p:nvSpPr>
          <p:cNvPr id="49" name="直接连接符 48">
            <a:extLst xmlns:a="http://schemas.openxmlformats.org/drawingml/2006/main">
              <a:ext uri="{FF2B5EF4-FFF2-40B4-BE49-F238E27FC236}">
                <a16:creationId xmlns:a16="http://schemas.microsoft.com/office/drawing/2014/main" id="{942C492E-9A5F-41C1-A526-9BD250ECE282}"/>
              </a:ext>
            </a:extLst>
          </p:cNvPr>
          <p:cNvSpPr>
            <a:spLocks xmlns:a="http://schemas.openxmlformats.org/drawingml/2006/main" noGrp="1"/>
          </p:cNvSpPr>
          <p:nvPr/>
        </p:nvSpPr>
        <p:spPr>
          <a:xfrm xmlns:a="http://schemas.openxmlformats.org/drawingml/2006/main" flipV="1">
            <a:off x="7981950" y="4714875"/>
            <a:ext cx="0" cy="266700"/>
          </a:xfrm>
          <a:prstGeom xmlns:a="http://schemas.openxmlformats.org/drawingml/2006/main" prst="line">
            <a:avLst/>
          </a:prstGeom>
          <a:noFill xmlns:a="http://schemas.openxmlformats.org/drawingml/2006/main"/>
          <a:ln xmlns:a="http://schemas.openxmlformats.org/drawingml/2006/main" w="28575">
            <a:solidFill>
              <a:srgbClr val="C8180A"/>
            </a:solidFill>
            <a:prstDash val="solid"/>
          </a:ln>
        </p:spPr>
        <p:txBody>
          <a:bodyPr xmlns:a="http://schemas.openxmlformats.org/drawingml/2006/main"/>
          <a:lstStyle xmlns:a="http://schemas.openxmlformats.org/drawingml/2006/main"/>
          <a:p xmlns:a="http://schemas.openxmlformats.org/drawingml/2006/main">
            <a:endParaRPr/>
          </a:p>
        </p:txBody>
      </p:sp>
      <p:sp>
        <p:nvSpPr>
          <p:cNvPr id="50" name="等腰三角形 49">
            <a:extLst xmlns:a="http://schemas.openxmlformats.org/drawingml/2006/main">
              <a:ext uri="{FF2B5EF4-FFF2-40B4-BE49-F238E27FC236}">
                <a16:creationId xmlns:a16="http://schemas.microsoft.com/office/drawing/2014/main" id="{2DE7FDF4-4BA9-4AE7-B028-075951809479}"/>
              </a:ext>
            </a:extLst>
          </p:cNvPr>
          <p:cNvSpPr>
            <a:spLocks xmlns:a="http://schemas.openxmlformats.org/drawingml/2006/main" noGrp="1"/>
          </p:cNvSpPr>
          <p:nvPr/>
        </p:nvSpPr>
        <p:spPr>
          <a:xfrm xmlns:a="http://schemas.openxmlformats.org/drawingml/2006/main">
            <a:off x="7915275" y="4667250"/>
            <a:ext cx="133350" cy="114300"/>
          </a:xfrm>
          <a:prstGeom xmlns:a="http://schemas.openxmlformats.org/drawingml/2006/main" prst="triangle">
            <a:avLst/>
          </a:prstGeom>
          <a:solidFill xmlns:a="http://schemas.openxmlformats.org/drawingml/2006/main">
            <a:srgbClr val="C8180A"/>
          </a:solidFill>
          <a:ln xmlns:a="http://schemas.openxmlformats.org/drawingml/2006/main" w="9525">
            <a:solidFill>
              <a:srgbClr val="C8180A"/>
            </a:solidFill>
            <a:prstDash val="solid"/>
          </a:ln>
        </p:spPr>
        <p:txBody>
          <a:bodyPr xmlns:a="http://schemas.openxmlformats.org/drawingml/2006/main"/>
          <a:lstStyle xmlns:a="http://schemas.openxmlformats.org/drawingml/2006/main"/>
          <a:p xmlns:a="http://schemas.openxmlformats.org/drawingml/2006/main">
            <a:endParaRPr/>
          </a:p>
        </p:txBody>
      </p:sp>
      <p:sp>
        <p:nvSpPr>
          <p:cNvPr id="51" name="矩形 50">
            <a:extLst xmlns:a="http://schemas.openxmlformats.org/drawingml/2006/main">
              <a:ext uri="{FF2B5EF4-FFF2-40B4-BE49-F238E27FC236}">
                <a16:creationId xmlns:a16="http://schemas.microsoft.com/office/drawing/2014/main" id="{A5E47BFA-E002-446F-B3E4-31A1911B08F8}"/>
              </a:ext>
            </a:extLst>
          </p:cNvPr>
          <p:cNvSpPr>
            <a:spLocks xmlns:a="http://schemas.openxmlformats.org/drawingml/2006/main" noGrp="1"/>
          </p:cNvSpPr>
          <p:nvPr/>
        </p:nvSpPr>
        <p:spPr>
          <a:xfrm xmlns:a="http://schemas.openxmlformats.org/drawingml/2006/main">
            <a:off x="7791450" y="49815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rmAutofit/>
          </a:bodyPr>
          <a:lstStyle xmlns:a="http://schemas.openxmlformats.org/drawingml/2006/main"/>
          <a:p xmlns:a="http://schemas.openxmlformats.org/drawingml/2006/main">
            <a:pPr algn="ctr">
              <a:lnSpc>
                <a:spcPct val="100000"/>
              </a:lnSpc>
              <a:buNone/>
              <a:defRPr sz="900" b="0" i="1">
                <a:solidFill>
                  <a:srgbClr val="A50E08"/>
                </a:solidFill>
                <a:latin typeface="Arial"/>
                <a:ea typeface="Arial"/>
                <a:cs typeface="Arial"/>
              </a:defRPr>
            </a:pPr>
            <a:r>
              <a:rPr sz="900" b="0" i="1">
                <a:solidFill>
                  <a:srgbClr val="A50E08"/>
                </a:solidFill>
                <a:latin typeface="Arial"/>
                <a:ea typeface="Arial"/>
                <a:cs typeface="Arial"/>
              </a:rPr>
              <a:t>ON</a:t>
            </a:r>
            <a:endParaRPr sz="900" b="0" i="1">
              <a:solidFill>
                <a:srgbClr val="A50E08"/>
              </a:solidFill>
              <a:latin typeface="Arial"/>
              <a:ea typeface="Arial"/>
              <a:cs typeface="Arial"/>
            </a:endParaRPr>
          </a:p>
        </p:txBody>
      </p:sp>
      <p:sp>
        <p:nvSpPr>
          <p:cNvPr id="52" name="椭圆 51">
            <a:extLst xmlns:a="http://schemas.openxmlformats.org/drawingml/2006/main">
              <a:ext uri="{FF2B5EF4-FFF2-40B4-BE49-F238E27FC236}">
                <a16:creationId xmlns:a16="http://schemas.microsoft.com/office/drawing/2014/main" id="{FA898A91-3446-49B9-953F-727BB3E61451}"/>
              </a:ext>
            </a:extLst>
          </p:cNvPr>
          <p:cNvSpPr>
            <a:spLocks xmlns:a="http://schemas.openxmlformats.org/drawingml/2006/main" noGrp="1"/>
          </p:cNvSpPr>
          <p:nvPr/>
        </p:nvSpPr>
        <p:spPr>
          <a:xfrm xmlns:a="http://schemas.openxmlformats.org/drawingml/2006/main">
            <a:off x="8220075" y="2886075"/>
            <a:ext cx="209550" cy="209550"/>
          </a:xfrm>
          <a:prstGeom xmlns:a="http://schemas.openxmlformats.org/drawingml/2006/main" prst="ellipse">
            <a:avLst/>
          </a:prstGeom>
          <a:solidFill xmlns:a="http://schemas.openxmlformats.org/drawingml/2006/main">
            <a:srgbClr val="1670C1"/>
          </a:solidFill>
          <a:ln xmlns:a="http://schemas.openxmlformats.org/drawingml/2006/main" w="14288">
            <a:solidFill>
              <a:srgbClr val="111111"/>
            </a:solidFill>
            <a:prstDash val="solid"/>
          </a:ln>
        </p:spPr>
        <p:txBody>
          <a:bodyPr xmlns:a="http://schemas.openxmlformats.org/drawingml/2006/main"/>
          <a:lstStyle xmlns:a="http://schemas.openxmlformats.org/drawingml/2006/main"/>
          <a:p xmlns:a="http://schemas.openxmlformats.org/drawingml/2006/main">
            <a:endParaRPr/>
          </a:p>
        </p:txBody>
      </p:sp>
      <p:sp>
        <p:nvSpPr>
          <p:cNvPr id="53" name="直接连接符 52">
            <a:extLst xmlns:a="http://schemas.openxmlformats.org/drawingml/2006/main">
              <a:ext uri="{FF2B5EF4-FFF2-40B4-BE49-F238E27FC236}">
                <a16:creationId xmlns:a16="http://schemas.microsoft.com/office/drawing/2014/main" id="{BAB233EC-CD14-4889-8EAD-F28D201223DB}"/>
              </a:ext>
            </a:extLst>
          </p:cNvPr>
          <p:cNvSpPr>
            <a:spLocks xmlns:a="http://schemas.openxmlformats.org/drawingml/2006/main" noGrp="1"/>
          </p:cNvSpPr>
          <p:nvPr/>
        </p:nvSpPr>
        <p:spPr>
          <a:xfrm xmlns:a="http://schemas.openxmlformats.org/drawingml/2006/main">
            <a:off x="8324850" y="4686300"/>
            <a:ext cx="0" cy="266700"/>
          </a:xfrm>
          <a:prstGeom xmlns:a="http://schemas.openxmlformats.org/drawingml/2006/main" prst="line">
            <a:avLst/>
          </a:prstGeom>
          <a:noFill xmlns:a="http://schemas.openxmlformats.org/drawingml/2006/main"/>
          <a:ln xmlns:a="http://schemas.openxmlformats.org/drawingml/2006/main" w="28575">
            <a:solidFill>
              <a:srgbClr val="1670C1"/>
            </a:solidFill>
            <a:prstDash val="solid"/>
          </a:ln>
        </p:spPr>
        <p:txBody>
          <a:bodyPr xmlns:a="http://schemas.openxmlformats.org/drawingml/2006/main"/>
          <a:lstStyle xmlns:a="http://schemas.openxmlformats.org/drawingml/2006/main"/>
          <a:p xmlns:a="http://schemas.openxmlformats.org/drawingml/2006/main">
            <a:endParaRPr/>
          </a:p>
        </p:txBody>
      </p:sp>
      <p:sp>
        <p:nvSpPr>
          <p:cNvPr id="54" name="等腰三角形 53">
            <a:extLst xmlns:a="http://schemas.openxmlformats.org/drawingml/2006/main">
              <a:ext uri="{FF2B5EF4-FFF2-40B4-BE49-F238E27FC236}">
                <a16:creationId xmlns:a16="http://schemas.microsoft.com/office/drawing/2014/main" id="{DEBAD2C7-ED9B-44DE-BB31-03396434C326}"/>
              </a:ext>
            </a:extLst>
          </p:cNvPr>
          <p:cNvSpPr>
            <a:spLocks xmlns:a="http://schemas.openxmlformats.org/drawingml/2006/main" noGrp="1"/>
          </p:cNvSpPr>
          <p:nvPr/>
        </p:nvSpPr>
        <p:spPr>
          <a:xfrm xmlns:a="http://schemas.openxmlformats.org/drawingml/2006/main" rot="10800000">
            <a:off x="8258175" y="4905375"/>
            <a:ext cx="133350" cy="114300"/>
          </a:xfrm>
          <a:prstGeom xmlns:a="http://schemas.openxmlformats.org/drawingml/2006/main" prst="triangle">
            <a:avLst/>
          </a:prstGeom>
          <a:solidFill xmlns:a="http://schemas.openxmlformats.org/drawingml/2006/main">
            <a:srgbClr val="1670C1"/>
          </a:solidFill>
          <a:ln xmlns:a="http://schemas.openxmlformats.org/drawingml/2006/main" w="9525">
            <a:solidFill>
              <a:srgbClr val="1670C1"/>
            </a:solidFill>
            <a:prstDash val="solid"/>
          </a:ln>
        </p:spPr>
        <p:txBody>
          <a:bodyPr xmlns:a="http://schemas.openxmlformats.org/drawingml/2006/main"/>
          <a:lstStyle xmlns:a="http://schemas.openxmlformats.org/drawingml/2006/main"/>
          <a:p xmlns:a="http://schemas.openxmlformats.org/drawingml/2006/main">
            <a:endParaRPr/>
          </a:p>
        </p:txBody>
      </p:sp>
      <p:sp>
        <p:nvSpPr>
          <p:cNvPr id="55" name="矩形 54">
            <a:extLst xmlns:a="http://schemas.openxmlformats.org/drawingml/2006/main">
              <a:ext uri="{FF2B5EF4-FFF2-40B4-BE49-F238E27FC236}">
                <a16:creationId xmlns:a16="http://schemas.microsoft.com/office/drawing/2014/main" id="{6A48469D-C858-45C8-9958-3D25B9B9DAF6}"/>
              </a:ext>
            </a:extLst>
          </p:cNvPr>
          <p:cNvSpPr>
            <a:spLocks xmlns:a="http://schemas.openxmlformats.org/drawingml/2006/main" noGrp="1"/>
          </p:cNvSpPr>
          <p:nvPr/>
        </p:nvSpPr>
        <p:spPr>
          <a:xfrm xmlns:a="http://schemas.openxmlformats.org/drawingml/2006/main">
            <a:off x="8115300" y="4981575"/>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rmAutofit/>
          </a:bodyPr>
          <a:lstStyle xmlns:a="http://schemas.openxmlformats.org/drawingml/2006/main"/>
          <a:p xmlns:a="http://schemas.openxmlformats.org/drawingml/2006/main">
            <a:pPr algn="ctr">
              <a:lnSpc>
                <a:spcPct val="100000"/>
              </a:lnSpc>
              <a:buNone/>
              <a:defRPr sz="900" b="0" i="1">
                <a:solidFill>
                  <a:srgbClr val="075AA9"/>
                </a:solidFill>
                <a:latin typeface="Arial"/>
                <a:ea typeface="Arial"/>
                <a:cs typeface="Arial"/>
              </a:defRPr>
            </a:pPr>
            <a:r>
              <a:rPr sz="900" b="0" i="1">
                <a:solidFill>
                  <a:srgbClr val="075AA9"/>
                </a:solidFill>
                <a:latin typeface="Arial"/>
                <a:ea typeface="Arial"/>
                <a:cs typeface="Arial"/>
              </a:rPr>
              <a:t>OFF</a:t>
            </a:r>
            <a:endParaRPr sz="900" b="0" i="1">
              <a:solidFill>
                <a:srgbClr val="075AA9"/>
              </a:solidFill>
              <a:latin typeface="Arial"/>
              <a:ea typeface="Arial"/>
              <a:cs typeface="Arial"/>
            </a:endParaRPr>
          </a:p>
        </p:txBody>
      </p:sp>
      <p:sp>
        <p:nvSpPr>
          <p:cNvPr id="56" name="椭圆 55">
            <a:extLst xmlns:a="http://schemas.openxmlformats.org/drawingml/2006/main">
              <a:ext uri="{FF2B5EF4-FFF2-40B4-BE49-F238E27FC236}">
                <a16:creationId xmlns:a16="http://schemas.microsoft.com/office/drawing/2014/main" id="{8F2D4948-EB04-4E20-B20A-FC1F4D9E87E0}"/>
              </a:ext>
            </a:extLst>
          </p:cNvPr>
          <p:cNvSpPr>
            <a:spLocks xmlns:a="http://schemas.openxmlformats.org/drawingml/2006/main" noGrp="1"/>
          </p:cNvSpPr>
          <p:nvPr/>
        </p:nvSpPr>
        <p:spPr>
          <a:xfrm xmlns:a="http://schemas.openxmlformats.org/drawingml/2006/main">
            <a:off x="8543925" y="3295650"/>
            <a:ext cx="209550" cy="209550"/>
          </a:xfrm>
          <a:prstGeom xmlns:a="http://schemas.openxmlformats.org/drawingml/2006/main" prst="ellipse">
            <a:avLst/>
          </a:prstGeom>
          <a:solidFill xmlns:a="http://schemas.openxmlformats.org/drawingml/2006/main">
            <a:srgbClr val="1670C1"/>
          </a:solidFill>
          <a:ln xmlns:a="http://schemas.openxmlformats.org/drawingml/2006/main" w="14288">
            <a:solidFill>
              <a:srgbClr val="111111"/>
            </a:solidFill>
            <a:prstDash val="solid"/>
          </a:ln>
        </p:spPr>
        <p:txBody>
          <a:bodyPr xmlns:a="http://schemas.openxmlformats.org/drawingml/2006/main"/>
          <a:lstStyle xmlns:a="http://schemas.openxmlformats.org/drawingml/2006/main"/>
          <a:p xmlns:a="http://schemas.openxmlformats.org/drawingml/2006/main">
            <a:endParaRPr/>
          </a:p>
        </p:txBody>
      </p:sp>
      <p:sp>
        <p:nvSpPr>
          <p:cNvPr id="57" name="直接连接符 56">
            <a:extLst xmlns:a="http://schemas.openxmlformats.org/drawingml/2006/main">
              <a:ext uri="{FF2B5EF4-FFF2-40B4-BE49-F238E27FC236}">
                <a16:creationId xmlns:a16="http://schemas.microsoft.com/office/drawing/2014/main" id="{CFC8BDC2-BDEA-454F-BD4D-60582F640FD0}"/>
              </a:ext>
            </a:extLst>
          </p:cNvPr>
          <p:cNvSpPr>
            <a:spLocks xmlns:a="http://schemas.openxmlformats.org/drawingml/2006/main" noGrp="1"/>
          </p:cNvSpPr>
          <p:nvPr/>
        </p:nvSpPr>
        <p:spPr>
          <a:xfrm xmlns:a="http://schemas.openxmlformats.org/drawingml/2006/main">
            <a:off x="8648700" y="4686300"/>
            <a:ext cx="0" cy="266700"/>
          </a:xfrm>
          <a:prstGeom xmlns:a="http://schemas.openxmlformats.org/drawingml/2006/main" prst="line">
            <a:avLst/>
          </a:prstGeom>
          <a:noFill xmlns:a="http://schemas.openxmlformats.org/drawingml/2006/main"/>
          <a:ln xmlns:a="http://schemas.openxmlformats.org/drawingml/2006/main" w="28575">
            <a:solidFill>
              <a:srgbClr val="1670C1"/>
            </a:solidFill>
            <a:prstDash val="solid"/>
          </a:ln>
        </p:spPr>
        <p:txBody>
          <a:bodyPr xmlns:a="http://schemas.openxmlformats.org/drawingml/2006/main"/>
          <a:lstStyle xmlns:a="http://schemas.openxmlformats.org/drawingml/2006/main"/>
          <a:p xmlns:a="http://schemas.openxmlformats.org/drawingml/2006/main">
            <a:endParaRPr/>
          </a:p>
        </p:txBody>
      </p:sp>
      <p:sp>
        <p:nvSpPr>
          <p:cNvPr id="58" name="等腰三角形 57">
            <a:extLst xmlns:a="http://schemas.openxmlformats.org/drawingml/2006/main">
              <a:ext uri="{FF2B5EF4-FFF2-40B4-BE49-F238E27FC236}">
                <a16:creationId xmlns:a16="http://schemas.microsoft.com/office/drawing/2014/main" id="{CE39006D-D886-4C63-868B-E02F38B58162}"/>
              </a:ext>
            </a:extLst>
          </p:cNvPr>
          <p:cNvSpPr>
            <a:spLocks xmlns:a="http://schemas.openxmlformats.org/drawingml/2006/main" noGrp="1"/>
          </p:cNvSpPr>
          <p:nvPr/>
        </p:nvSpPr>
        <p:spPr>
          <a:xfrm xmlns:a="http://schemas.openxmlformats.org/drawingml/2006/main" rot="10800000">
            <a:off x="8582025" y="4905375"/>
            <a:ext cx="133350" cy="114300"/>
          </a:xfrm>
          <a:prstGeom xmlns:a="http://schemas.openxmlformats.org/drawingml/2006/main" prst="triangle">
            <a:avLst/>
          </a:prstGeom>
          <a:solidFill xmlns:a="http://schemas.openxmlformats.org/drawingml/2006/main">
            <a:srgbClr val="1670C1"/>
          </a:solidFill>
          <a:ln xmlns:a="http://schemas.openxmlformats.org/drawingml/2006/main" w="9525">
            <a:solidFill>
              <a:srgbClr val="1670C1"/>
            </a:solidFill>
            <a:prstDash val="solid"/>
          </a:ln>
        </p:spPr>
        <p:txBody>
          <a:bodyPr xmlns:a="http://schemas.openxmlformats.org/drawingml/2006/main"/>
          <a:lstStyle xmlns:a="http://schemas.openxmlformats.org/drawingml/2006/main"/>
          <a:p xmlns:a="http://schemas.openxmlformats.org/drawingml/2006/main">
            <a:endParaRPr/>
          </a:p>
        </p:txBody>
      </p:sp>
      <p:sp>
        <p:nvSpPr>
          <p:cNvPr id="59" name="矩形 58">
            <a:extLst xmlns:a="http://schemas.openxmlformats.org/drawingml/2006/main">
              <a:ext uri="{FF2B5EF4-FFF2-40B4-BE49-F238E27FC236}">
                <a16:creationId xmlns:a16="http://schemas.microsoft.com/office/drawing/2014/main" id="{3BCF07A7-0EED-4E42-84E4-C92A572A708A}"/>
              </a:ext>
            </a:extLst>
          </p:cNvPr>
          <p:cNvSpPr>
            <a:spLocks xmlns:a="http://schemas.openxmlformats.org/drawingml/2006/main" noGrp="1"/>
          </p:cNvSpPr>
          <p:nvPr/>
        </p:nvSpPr>
        <p:spPr>
          <a:xfrm xmlns:a="http://schemas.openxmlformats.org/drawingml/2006/main">
            <a:off x="8439150" y="4981575"/>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rmAutofit/>
          </a:bodyPr>
          <a:lstStyle xmlns:a="http://schemas.openxmlformats.org/drawingml/2006/main"/>
          <a:p xmlns:a="http://schemas.openxmlformats.org/drawingml/2006/main">
            <a:pPr algn="ctr">
              <a:lnSpc>
                <a:spcPct val="100000"/>
              </a:lnSpc>
              <a:buNone/>
              <a:defRPr sz="900" b="0" i="1">
                <a:solidFill>
                  <a:srgbClr val="075AA9"/>
                </a:solidFill>
                <a:latin typeface="Arial"/>
                <a:ea typeface="Arial"/>
                <a:cs typeface="Arial"/>
              </a:defRPr>
            </a:pPr>
            <a:r>
              <a:rPr sz="900" b="0" i="1">
                <a:solidFill>
                  <a:srgbClr val="075AA9"/>
                </a:solidFill>
                <a:latin typeface="Arial"/>
                <a:ea typeface="Arial"/>
                <a:cs typeface="Arial"/>
              </a:rPr>
              <a:t>OFF</a:t>
            </a:r>
            <a:endParaRPr sz="900" b="0" i="1">
              <a:solidFill>
                <a:srgbClr val="075AA9"/>
              </a:solidFill>
              <a:latin typeface="Arial"/>
              <a:ea typeface="Arial"/>
              <a:cs typeface="Arial"/>
            </a:endParaRPr>
          </a:p>
        </p:txBody>
      </p:sp>
      <p:sp>
        <p:nvSpPr>
          <p:cNvPr id="60" name="直接连接符 59">
            <a:extLst xmlns:a="http://schemas.openxmlformats.org/drawingml/2006/main">
              <a:ext uri="{FF2B5EF4-FFF2-40B4-BE49-F238E27FC236}">
                <a16:creationId xmlns:a16="http://schemas.microsoft.com/office/drawing/2014/main" id="{7F722377-CC1B-421E-8326-095EACD2E940}"/>
              </a:ext>
            </a:extLst>
          </p:cNvPr>
          <p:cNvSpPr>
            <a:spLocks xmlns:a="http://schemas.openxmlformats.org/drawingml/2006/main" noGrp="1"/>
          </p:cNvSpPr>
          <p:nvPr/>
        </p:nvSpPr>
        <p:spPr>
          <a:xfrm xmlns:a="http://schemas.openxmlformats.org/drawingml/2006/main">
            <a:off x="4800600" y="3257550"/>
            <a:ext cx="609600" cy="0"/>
          </a:xfrm>
          <a:prstGeom xmlns:a="http://schemas.openxmlformats.org/drawingml/2006/main" prst="line">
            <a:avLst/>
          </a:prstGeom>
          <a:noFill xmlns:a="http://schemas.openxmlformats.org/drawingml/2006/main"/>
          <a:ln xmlns:a="http://schemas.openxmlformats.org/drawingml/2006/main" w="12383">
            <a:solidFill>
              <a:srgbClr val="555555"/>
            </a:solidFill>
            <a:prstDash val="dash"/>
          </a:ln>
        </p:spPr>
        <p:txBody>
          <a:bodyPr xmlns:a="http://schemas.openxmlformats.org/drawingml/2006/main"/>
          <a:lstStyle xmlns:a="http://schemas.openxmlformats.org/drawingml/2006/main"/>
          <a:p xmlns:a="http://schemas.openxmlformats.org/drawingml/2006/main">
            <a:endParaRPr/>
          </a:p>
        </p:txBody>
      </p:sp>
      <p:sp>
        <p:nvSpPr>
          <p:cNvPr id="61" name="直接连接符 60">
            <a:extLst xmlns:a="http://schemas.openxmlformats.org/drawingml/2006/main">
              <a:ext uri="{FF2B5EF4-FFF2-40B4-BE49-F238E27FC236}">
                <a16:creationId xmlns:a16="http://schemas.microsoft.com/office/drawing/2014/main" id="{DADB68EB-CA33-43B0-B18C-AA8246EF9457}"/>
              </a:ext>
            </a:extLst>
          </p:cNvPr>
          <p:cNvSpPr>
            <a:spLocks xmlns:a="http://schemas.openxmlformats.org/drawingml/2006/main" noGrp="1"/>
          </p:cNvSpPr>
          <p:nvPr/>
        </p:nvSpPr>
        <p:spPr>
          <a:xfrm xmlns:a="http://schemas.openxmlformats.org/drawingml/2006/main">
            <a:off x="5410200" y="2752725"/>
            <a:ext cx="723900" cy="0"/>
          </a:xfrm>
          <a:prstGeom xmlns:a="http://schemas.openxmlformats.org/drawingml/2006/main" prst="line">
            <a:avLst/>
          </a:prstGeom>
          <a:noFill xmlns:a="http://schemas.openxmlformats.org/drawingml/2006/main"/>
          <a:ln xmlns:a="http://schemas.openxmlformats.org/drawingml/2006/main" w="12383">
            <a:solidFill>
              <a:srgbClr val="555555"/>
            </a:solidFill>
            <a:prstDash val="dash"/>
          </a:ln>
        </p:spPr>
        <p:txBody>
          <a:bodyPr xmlns:a="http://schemas.openxmlformats.org/drawingml/2006/main"/>
          <a:lstStyle xmlns:a="http://schemas.openxmlformats.org/drawingml/2006/main"/>
          <a:p xmlns:a="http://schemas.openxmlformats.org/drawingml/2006/main">
            <a:endParaRPr/>
          </a:p>
        </p:txBody>
      </p:sp>
      <p:sp>
        <p:nvSpPr>
          <p:cNvPr id="62" name="直接连接符 61">
            <a:extLst xmlns:a="http://schemas.openxmlformats.org/drawingml/2006/main">
              <a:ext uri="{FF2B5EF4-FFF2-40B4-BE49-F238E27FC236}">
                <a16:creationId xmlns:a16="http://schemas.microsoft.com/office/drawing/2014/main" id="{2BC3167A-75B9-4DD9-AA44-46B14E3F1EFE}"/>
              </a:ext>
            </a:extLst>
          </p:cNvPr>
          <p:cNvSpPr>
            <a:spLocks xmlns:a="http://schemas.openxmlformats.org/drawingml/2006/main" noGrp="1"/>
          </p:cNvSpPr>
          <p:nvPr/>
        </p:nvSpPr>
        <p:spPr>
          <a:xfrm xmlns:a="http://schemas.openxmlformats.org/drawingml/2006/main">
            <a:off x="6134100" y="3219450"/>
            <a:ext cx="361950" cy="0"/>
          </a:xfrm>
          <a:prstGeom xmlns:a="http://schemas.openxmlformats.org/drawingml/2006/main" prst="line">
            <a:avLst/>
          </a:prstGeom>
          <a:noFill xmlns:a="http://schemas.openxmlformats.org/drawingml/2006/main"/>
          <a:ln xmlns:a="http://schemas.openxmlformats.org/drawingml/2006/main" w="12383">
            <a:solidFill>
              <a:srgbClr val="555555"/>
            </a:solidFill>
            <a:prstDash val="dash"/>
          </a:ln>
        </p:spPr>
        <p:txBody>
          <a:bodyPr xmlns:a="http://schemas.openxmlformats.org/drawingml/2006/main"/>
          <a:lstStyle xmlns:a="http://schemas.openxmlformats.org/drawingml/2006/main"/>
          <a:p xmlns:a="http://schemas.openxmlformats.org/drawingml/2006/main">
            <a:endParaRPr/>
          </a:p>
        </p:txBody>
      </p:sp>
      <p:sp>
        <p:nvSpPr>
          <p:cNvPr id="63" name="直接连接符 62">
            <a:extLst xmlns:a="http://schemas.openxmlformats.org/drawingml/2006/main">
              <a:ext uri="{FF2B5EF4-FFF2-40B4-BE49-F238E27FC236}">
                <a16:creationId xmlns:a16="http://schemas.microsoft.com/office/drawing/2014/main" id="{175CF5D4-E8F6-4665-8AE1-32B233097341}"/>
              </a:ext>
            </a:extLst>
          </p:cNvPr>
          <p:cNvSpPr>
            <a:spLocks xmlns:a="http://schemas.openxmlformats.org/drawingml/2006/main" noGrp="1"/>
          </p:cNvSpPr>
          <p:nvPr/>
        </p:nvSpPr>
        <p:spPr>
          <a:xfrm xmlns:a="http://schemas.openxmlformats.org/drawingml/2006/main">
            <a:off x="6496050" y="3686175"/>
            <a:ext cx="771525" cy="0"/>
          </a:xfrm>
          <a:prstGeom xmlns:a="http://schemas.openxmlformats.org/drawingml/2006/main" prst="line">
            <a:avLst/>
          </a:prstGeom>
          <a:noFill xmlns:a="http://schemas.openxmlformats.org/drawingml/2006/main"/>
          <a:ln xmlns:a="http://schemas.openxmlformats.org/drawingml/2006/main" w="12383">
            <a:solidFill>
              <a:srgbClr val="555555"/>
            </a:solidFill>
            <a:prstDash val="dash"/>
          </a:ln>
        </p:spPr>
        <p:txBody>
          <a:bodyPr xmlns:a="http://schemas.openxmlformats.org/drawingml/2006/main"/>
          <a:lstStyle xmlns:a="http://schemas.openxmlformats.org/drawingml/2006/main"/>
          <a:p xmlns:a="http://schemas.openxmlformats.org/drawingml/2006/main">
            <a:endParaRPr/>
          </a:p>
        </p:txBody>
      </p:sp>
      <p:sp>
        <p:nvSpPr>
          <p:cNvPr id="64" name="直接连接符 63">
            <a:extLst xmlns:a="http://schemas.openxmlformats.org/drawingml/2006/main">
              <a:ext uri="{FF2B5EF4-FFF2-40B4-BE49-F238E27FC236}">
                <a16:creationId xmlns:a16="http://schemas.microsoft.com/office/drawing/2014/main" id="{114B0C2E-CB89-4F80-A9A6-B22E184452CD}"/>
              </a:ext>
            </a:extLst>
          </p:cNvPr>
          <p:cNvSpPr>
            <a:spLocks xmlns:a="http://schemas.openxmlformats.org/drawingml/2006/main" noGrp="1"/>
          </p:cNvSpPr>
          <p:nvPr/>
        </p:nvSpPr>
        <p:spPr>
          <a:xfrm xmlns:a="http://schemas.openxmlformats.org/drawingml/2006/main">
            <a:off x="7267575" y="3638550"/>
            <a:ext cx="714375" cy="0"/>
          </a:xfrm>
          <a:prstGeom xmlns:a="http://schemas.openxmlformats.org/drawingml/2006/main" prst="line">
            <a:avLst/>
          </a:prstGeom>
          <a:noFill xmlns:a="http://schemas.openxmlformats.org/drawingml/2006/main"/>
          <a:ln xmlns:a="http://schemas.openxmlformats.org/drawingml/2006/main" w="12383">
            <a:solidFill>
              <a:srgbClr val="555555"/>
            </a:solidFill>
            <a:prstDash val="dash"/>
          </a:ln>
        </p:spPr>
        <p:txBody>
          <a:bodyPr xmlns:a="http://schemas.openxmlformats.org/drawingml/2006/main"/>
          <a:lstStyle xmlns:a="http://schemas.openxmlformats.org/drawingml/2006/main"/>
          <a:p xmlns:a="http://schemas.openxmlformats.org/drawingml/2006/main">
            <a:endParaRPr/>
          </a:p>
        </p:txBody>
      </p:sp>
      <p:sp>
        <p:nvSpPr>
          <p:cNvPr id="65" name="直接连接符 64">
            <a:extLst xmlns:a="http://schemas.openxmlformats.org/drawingml/2006/main">
              <a:ext uri="{FF2B5EF4-FFF2-40B4-BE49-F238E27FC236}">
                <a16:creationId xmlns:a16="http://schemas.microsoft.com/office/drawing/2014/main" id="{851F36FF-EC03-40EA-96B1-154495E6CF9F}"/>
              </a:ext>
            </a:extLst>
          </p:cNvPr>
          <p:cNvSpPr>
            <a:spLocks xmlns:a="http://schemas.openxmlformats.org/drawingml/2006/main" noGrp="1"/>
          </p:cNvSpPr>
          <p:nvPr/>
        </p:nvSpPr>
        <p:spPr>
          <a:xfrm xmlns:a="http://schemas.openxmlformats.org/drawingml/2006/main">
            <a:off x="7981950" y="2781300"/>
            <a:ext cx="342900" cy="0"/>
          </a:xfrm>
          <a:prstGeom xmlns:a="http://schemas.openxmlformats.org/drawingml/2006/main" prst="line">
            <a:avLst/>
          </a:prstGeom>
          <a:noFill xmlns:a="http://schemas.openxmlformats.org/drawingml/2006/main"/>
          <a:ln xmlns:a="http://schemas.openxmlformats.org/drawingml/2006/main" w="12383">
            <a:solidFill>
              <a:srgbClr val="555555"/>
            </a:solidFill>
            <a:prstDash val="dash"/>
          </a:ln>
        </p:spPr>
        <p:txBody>
          <a:bodyPr xmlns:a="http://schemas.openxmlformats.org/drawingml/2006/main"/>
          <a:lstStyle xmlns:a="http://schemas.openxmlformats.org/drawingml/2006/main"/>
          <a:p xmlns:a="http://schemas.openxmlformats.org/drawingml/2006/main">
            <a:endParaRPr/>
          </a:p>
        </p:txBody>
      </p:sp>
      <p:sp>
        <p:nvSpPr>
          <p:cNvPr id="66" name="直接连接符 65">
            <a:extLst xmlns:a="http://schemas.openxmlformats.org/drawingml/2006/main">
              <a:ext uri="{FF2B5EF4-FFF2-40B4-BE49-F238E27FC236}">
                <a16:creationId xmlns:a16="http://schemas.microsoft.com/office/drawing/2014/main" id="{5B6F7C07-EAF5-4673-953A-717E68663D57}"/>
              </a:ext>
            </a:extLst>
          </p:cNvPr>
          <p:cNvSpPr>
            <a:spLocks xmlns:a="http://schemas.openxmlformats.org/drawingml/2006/main" noGrp="1"/>
          </p:cNvSpPr>
          <p:nvPr/>
        </p:nvSpPr>
        <p:spPr>
          <a:xfrm xmlns:a="http://schemas.openxmlformats.org/drawingml/2006/main">
            <a:off x="8324850" y="2990850"/>
            <a:ext cx="323850" cy="0"/>
          </a:xfrm>
          <a:prstGeom xmlns:a="http://schemas.openxmlformats.org/drawingml/2006/main" prst="line">
            <a:avLst/>
          </a:prstGeom>
          <a:noFill xmlns:a="http://schemas.openxmlformats.org/drawingml/2006/main"/>
          <a:ln xmlns:a="http://schemas.openxmlformats.org/drawingml/2006/main" w="12383">
            <a:solidFill>
              <a:srgbClr val="555555"/>
            </a:solidFill>
            <a:prstDash val="dash"/>
          </a:ln>
        </p:spPr>
        <p:txBody>
          <a:bodyPr xmlns:a="http://schemas.openxmlformats.org/drawingml/2006/main"/>
          <a:lstStyle xmlns:a="http://schemas.openxmlformats.org/drawingml/2006/main"/>
          <a:p xmlns:a="http://schemas.openxmlformats.org/drawingml/2006/main">
            <a:endParaRPr/>
          </a:p>
        </p:txBody>
      </p:sp>
      <p:sp>
        <p:nvSpPr>
          <p:cNvPr id="67" name="矩形 66">
            <a:extLst xmlns:a="http://schemas.openxmlformats.org/drawingml/2006/main">
              <a:ext uri="{FF2B5EF4-FFF2-40B4-BE49-F238E27FC236}">
                <a16:creationId xmlns:a16="http://schemas.microsoft.com/office/drawing/2014/main" id="{B9398A53-A001-4D0E-A274-2DD7BE96487C}"/>
              </a:ext>
            </a:extLst>
          </p:cNvPr>
          <p:cNvSpPr>
            <a:spLocks xmlns:a="http://schemas.openxmlformats.org/drawingml/2006/main" noGrp="1"/>
          </p:cNvSpPr>
          <p:nvPr/>
        </p:nvSpPr>
        <p:spPr>
          <a:xfrm xmlns:a="http://schemas.openxmlformats.org/drawingml/2006/main">
            <a:off x="1066800" y="5953125"/>
            <a:ext cx="701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650" b="1" i="0">
                <a:solidFill>
                  <a:srgbClr val="C8180A"/>
                </a:solidFill>
                <a:latin typeface="Arial"/>
                <a:ea typeface="Arial"/>
                <a:cs typeface="Arial"/>
              </a:defRPr>
            </a:pPr>
            <a:r>
              <a:rPr sz="1650" b="1" i="0">
                <a:solidFill>
                  <a:srgbClr val="C8180A"/>
                </a:solidFill>
                <a:latin typeface="Arial"/>
                <a:ea typeface="Arial"/>
                <a:cs typeface="Arial"/>
              </a:rPr>
              <a:t>Each threshold crossing produces one event  (t, x, y, p)</a:t>
            </a:r>
            <a:endParaRPr sz="1650" b="1" i="0">
              <a:solidFill>
                <a:srgbClr val="C8180A"/>
              </a:solidFill>
              <a:latin typeface="Arial"/>
              <a:ea typeface="Arial"/>
              <a:cs typeface="Arial"/>
            </a:endParaRPr>
          </a:p>
        </p:txBody>
      </p:sp>
      <p:sp>
        <p:nvSpPr>
          <p:cNvPr id="68" name="footer-left">
            <a:extLst xmlns:a="http://schemas.openxmlformats.org/drawingml/2006/main">
              <a:ext uri="{FF2B5EF4-FFF2-40B4-BE49-F238E27FC236}">
                <a16:creationId xmlns:a16="http://schemas.microsoft.com/office/drawing/2014/main" id="{EABB9D5C-F12C-4720-89D9-A612491B115B}"/>
              </a:ext>
            </a:extLst>
          </p:cNvPr>
          <p:cNvSpPr>
            <a:spLocks xmlns:a="http://schemas.openxmlformats.org/drawingml/2006/main" noGrp="1"/>
          </p:cNvSpPr>
          <p:nvPr/>
        </p:nvSpPr>
        <p:spPr>
          <a:xfrm xmlns:a="http://schemas.openxmlformats.org/drawingml/2006/main">
            <a:off x="0" y="6629400"/>
            <a:ext cx="3048000" cy="228600"/>
          </a:xfrm>
          <a:prstGeom xmlns:a="http://schemas.openxmlformats.org/drawingml/2006/main" prst="rect">
            <a:avLst/>
          </a:prstGeom>
          <a:solidFill xmlns:a="http://schemas.openxmlformats.org/drawingml/2006/main">
            <a:srgbClr val="C4C5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9" name="footer-center">
            <a:extLst xmlns:a="http://schemas.openxmlformats.org/drawingml/2006/main">
              <a:ext uri="{FF2B5EF4-FFF2-40B4-BE49-F238E27FC236}">
                <a16:creationId xmlns:a16="http://schemas.microsoft.com/office/drawing/2014/main" id="{A0E44DFE-4282-4661-B077-22DF7DFC4F6A}"/>
              </a:ext>
            </a:extLst>
          </p:cNvPr>
          <p:cNvSpPr>
            <a:spLocks xmlns:a="http://schemas.openxmlformats.org/drawingml/2006/main" noGrp="1"/>
          </p:cNvSpPr>
          <p:nvPr/>
        </p:nvSpPr>
        <p:spPr>
          <a:xfrm xmlns:a="http://schemas.openxmlformats.org/drawingml/2006/main">
            <a:off x="3048000" y="6629400"/>
            <a:ext cx="3048000" cy="228600"/>
          </a:xfrm>
          <a:prstGeom xmlns:a="http://schemas.openxmlformats.org/drawingml/2006/main" prst="rect">
            <a:avLst/>
          </a:prstGeom>
          <a:solidFill xmlns:a="http://schemas.openxmlformats.org/drawingml/2006/main">
            <a:srgbClr val="B8BBD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0" name="footer-right">
            <a:extLst xmlns:a="http://schemas.openxmlformats.org/drawingml/2006/main">
              <a:ext uri="{FF2B5EF4-FFF2-40B4-BE49-F238E27FC236}">
                <a16:creationId xmlns:a16="http://schemas.microsoft.com/office/drawing/2014/main" id="{C0545AEE-0100-436D-9D19-F3C9BE40D280}"/>
              </a:ext>
            </a:extLst>
          </p:cNvPr>
          <p:cNvSpPr>
            <a:spLocks xmlns:a="http://schemas.openxmlformats.org/drawingml/2006/main" noGrp="1"/>
          </p:cNvSpPr>
          <p:nvPr/>
        </p:nvSpPr>
        <p:spPr>
          <a:xfrm xmlns:a="http://schemas.openxmlformats.org/drawingml/2006/main">
            <a:off x="6096000" y="6629400"/>
            <a:ext cx="2476500" cy="228600"/>
          </a:xfrm>
          <a:prstGeom xmlns:a="http://schemas.openxmlformats.org/drawingml/2006/main" prst="rect">
            <a:avLst/>
          </a:prstGeom>
          <a:solidFill xmlns:a="http://schemas.openxmlformats.org/drawingml/2006/main">
            <a:srgbClr val="C4C5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1" name="footer-page">
            <a:extLst xmlns:a="http://schemas.openxmlformats.org/drawingml/2006/main">
              <a:ext uri="{FF2B5EF4-FFF2-40B4-BE49-F238E27FC236}">
                <a16:creationId xmlns:a16="http://schemas.microsoft.com/office/drawing/2014/main" id="{2CAF0E06-1E99-4AE0-87C9-299C9AE37CB2}"/>
              </a:ext>
            </a:extLst>
          </p:cNvPr>
          <p:cNvSpPr>
            <a:spLocks xmlns:a="http://schemas.openxmlformats.org/drawingml/2006/main" noGrp="1"/>
          </p:cNvSpPr>
          <p:nvPr/>
        </p:nvSpPr>
        <p:spPr>
          <a:xfrm xmlns:a="http://schemas.openxmlformats.org/drawingml/2006/main">
            <a:off x="8572500" y="6629400"/>
            <a:ext cx="571500" cy="228600"/>
          </a:xfrm>
          <a:prstGeom xmlns:a="http://schemas.openxmlformats.org/drawingml/2006/main" prst="rect">
            <a:avLst/>
          </a:prstGeom>
          <a:solidFill xmlns:a="http://schemas.openxmlformats.org/drawingml/2006/main">
            <a:srgbClr val="B8BBD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3" name="矩形 72">
            <a:extLst xmlns:a="http://schemas.openxmlformats.org/drawingml/2006/main">
              <a:ext uri="{FF2B5EF4-FFF2-40B4-BE49-F238E27FC236}">
                <a16:creationId xmlns:a16="http://schemas.microsoft.com/office/drawing/2014/main" id="{C92B3037-1174-41E6-9075-F93E202C1523}"/>
              </a:ext>
            </a:extLst>
          </p:cNvPr>
          <p:cNvSpPr>
            <a:spLocks xmlns:a="http://schemas.openxmlformats.org/drawingml/2006/main" noGrp="1"/>
          </p:cNvSpPr>
          <p:nvPr/>
        </p:nvSpPr>
        <p:spPr>
          <a:xfrm xmlns:a="http://schemas.openxmlformats.org/drawingml/2006/main">
            <a:off x="3810000" y="66294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EE5110/EE6110</a:t>
            </a:r>
            <a:endParaRPr sz="1050" b="0" i="0">
              <a:solidFill>
                <a:srgbClr val="242424"/>
              </a:solidFill>
              <a:latin typeface="Arial"/>
              <a:ea typeface="Arial"/>
              <a:cs typeface="Arial"/>
            </a:endParaRPr>
          </a:p>
        </p:txBody>
      </p:sp>
      <p:sp>
        <p:nvSpPr>
          <p:cNvPr id="74" name="矩形 73">
            <a:extLst xmlns:a="http://schemas.openxmlformats.org/drawingml/2006/main">
              <a:ext uri="{FF2B5EF4-FFF2-40B4-BE49-F238E27FC236}">
                <a16:creationId xmlns:a16="http://schemas.microsoft.com/office/drawing/2014/main" id="{8BF2E29F-5698-4833-A952-9A407B8D78BB}"/>
              </a:ext>
            </a:extLst>
          </p:cNvPr>
          <p:cNvSpPr>
            <a:spLocks xmlns:a="http://schemas.openxmlformats.org/drawingml/2006/main" noGrp="1"/>
          </p:cNvSpPr>
          <p:nvPr/>
        </p:nvSpPr>
        <p:spPr>
          <a:xfrm xmlns:a="http://schemas.openxmlformats.org/drawingml/2006/main">
            <a:off x="6572250" y="66294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975" b="0" i="0">
                <a:solidFill>
                  <a:srgbClr val="242424"/>
                </a:solidFill>
                <a:latin typeface="Arial"/>
                <a:ea typeface="Arial"/>
                <a:cs typeface="Arial"/>
              </a:defRPr>
            </a:pPr>
            <a:r>
              <a:rPr sz="975" b="0" i="0">
                <a:solidFill>
                  <a:srgbClr val="242424"/>
                </a:solidFill>
                <a:latin typeface="Arial"/>
                <a:ea typeface="Arial"/>
                <a:cs typeface="Arial"/>
              </a:rPr>
              <a:t>Event Camera Simulator</a:t>
            </a:r>
            <a:endParaRPr sz="975" b="0" i="0">
              <a:solidFill>
                <a:srgbClr val="242424"/>
              </a:solidFill>
              <a:latin typeface="Arial"/>
              <a:ea typeface="Arial"/>
              <a:cs typeface="Arial"/>
            </a:endParaRPr>
          </a:p>
        </p:txBody>
      </p:sp>
      <p:sp>
        <p:nvSpPr>
          <p:cNvPr id="75" name="矩形 74">
            <a:extLst xmlns:a="http://schemas.openxmlformats.org/drawingml/2006/main">
              <a:ext uri="{FF2B5EF4-FFF2-40B4-BE49-F238E27FC236}">
                <a16:creationId xmlns:a16="http://schemas.microsoft.com/office/drawing/2014/main" id="{03DADE72-FAD4-4DA1-B5CE-69F1D2966049}"/>
              </a:ext>
            </a:extLst>
          </p:cNvPr>
          <p:cNvSpPr>
            <a:spLocks xmlns:a="http://schemas.openxmlformats.org/drawingml/2006/main" noGrp="1"/>
          </p:cNvSpPr>
          <p:nvPr/>
        </p:nvSpPr>
        <p:spPr>
          <a:xfrm xmlns:a="http://schemas.openxmlformats.org/drawingml/2006/main">
            <a:off x="8677275" y="66294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6</a:t>
            </a:r>
            <a:endParaRPr sz="1050" b="0" i="0">
              <a:solidFill>
                <a:srgbClr val="242424"/>
              </a:solidFill>
              <a:latin typeface="Arial"/>
              <a:ea typeface="Arial"/>
              <a:cs typeface="Arial"/>
            </a:endParaRPr>
          </a:p>
        </p:txBody>
      </p:sp>
      <p:sp>
        <p:nvSpPr>
          <p:cNvPr id="77" name="矩形 76">
            <a:extLst xmlns:a="http://schemas.openxmlformats.org/drawingml/2006/main">
              <a:ext uri="{FF2B5EF4-FFF2-40B4-BE49-F238E27FC236}">
                <a16:creationId xmlns:a16="http://schemas.microsoft.com/office/drawing/2014/main" id="{BE5C6B49-6A99-4904-9055-61EA8B9F8841}"/>
              </a:ext>
            </a:extLst>
          </p:cNvPr>
          <p:cNvSpPr>
            <a:spLocks xmlns:a="http://schemas.openxmlformats.org/drawingml/2006/main" noGrp="1"/>
          </p:cNvSpPr>
          <p:nvPr/>
        </p:nvSpPr>
        <p:spPr>
          <a:xfrm xmlns:a="http://schemas.openxmlformats.org/drawingml/2006/main">
            <a:off x="904875" y="66294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Group</a:t>
            </a:r>
            <a:r>
              <a:rPr sz="1050" b="0" i="0">
                <a:solidFill>
                  <a:srgbClr val="242424"/>
                </a:solidFill>
                <a:latin typeface="Arial"/>
                <a:ea typeface="Arial"/>
                <a:cs typeface="Arial"/>
              </a:rPr>
              <a:t> 1</a:t>
            </a:r>
            <a:r>
              <a:rPr sz="1050" b="0" i="0">
                <a:solidFill>
                  <a:srgbClr val="242424"/>
                </a:solidFill>
                <a:latin typeface="Arial"/>
                <a:ea typeface="Arial"/>
                <a:cs typeface="Arial"/>
              </a:rPr>
              <a:t>3</a:t>
            </a:r>
            <a:endParaRPr sz="1050" b="0" i="0">
              <a:solidFill>
                <a:srgbClr val="242424"/>
              </a:solidFill>
              <a:latin typeface="Arial"/>
              <a:ea typeface="Arial"/>
              <a:cs typeface="Arial"/>
            </a:endParaRPr>
          </a:p>
        </p:txBody>
      </p:sp>
    </p:spTree>
    <p:extLst>
      <p:ext uri="{BB962C8B-B14F-4D97-AF65-F5344CB8AC3E}">
        <p14:creationId xmlns:p14="http://schemas.microsoft.com/office/powerpoint/2010/main" val="158574198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title-band">
            <a:extLst xmlns:a="http://schemas.openxmlformats.org/drawingml/2006/main">
              <a:ext uri="{FF2B5EF4-FFF2-40B4-BE49-F238E27FC236}">
                <a16:creationId xmlns:a16="http://schemas.microsoft.com/office/drawing/2014/main" id="{66BA8C54-D9FF-46E2-A687-5D58C1154FF7}"/>
              </a:ext>
            </a:extLst>
          </p:cNvPr>
          <p:cNvSpPr>
            <a:spLocks xmlns:a="http://schemas.openxmlformats.org/drawingml/2006/main" noGrp="1"/>
          </p:cNvSpPr>
          <p:nvPr/>
        </p:nvSpPr>
        <p:spPr>
          <a:xfrm xmlns:a="http://schemas.openxmlformats.org/drawingml/2006/main">
            <a:off x="0" y="0"/>
            <a:ext cx="9144000" cy="838200"/>
          </a:xfrm>
          <a:prstGeom xmlns:a="http://schemas.openxmlformats.org/drawingml/2006/main" prst="rect">
            <a:avLst/>
          </a:prstGeom>
          <a:solidFill xmlns:a="http://schemas.openxmlformats.org/drawingml/2006/main">
            <a:srgbClr val="F0F0F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slide-title">
            <a:extLst xmlns:a="http://schemas.openxmlformats.org/drawingml/2006/main">
              <a:ext uri="{FF2B5EF4-FFF2-40B4-BE49-F238E27FC236}">
                <a16:creationId xmlns:a16="http://schemas.microsoft.com/office/drawing/2014/main" id="{1CEFC140-949C-4E88-8AF6-AD7A10204C36}"/>
              </a:ext>
            </a:extLst>
          </p:cNvPr>
          <p:cNvSpPr>
            <a:spLocks xmlns:a="http://schemas.openxmlformats.org/drawingml/2006/main" noGrp="1"/>
          </p:cNvSpPr>
          <p:nvPr/>
        </p:nvSpPr>
        <p:spPr>
          <a:xfrm xmlns:a="http://schemas.openxmlformats.org/drawingml/2006/main">
            <a:off x="323850" y="133350"/>
            <a:ext cx="7048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2550" b="0" i="0">
                <a:solidFill>
                  <a:srgbClr val="074B82"/>
                </a:solidFill>
                <a:latin typeface="Arial"/>
                <a:ea typeface="Arial"/>
                <a:cs typeface="Arial"/>
              </a:defRPr>
            </a:pPr>
            <a:r>
              <a:rPr sz="2550" b="0" i="0">
                <a:solidFill>
                  <a:srgbClr val="074B82"/>
                </a:solidFill>
                <a:latin typeface="Arial"/>
                <a:ea typeface="Arial"/>
                <a:cs typeface="Arial"/>
              </a:rPr>
              <a:t>From Video Frames to Events</a:t>
            </a:r>
            <a:endParaRPr sz="2550" b="0" i="0">
              <a:solidFill>
                <a:srgbClr val="074B82"/>
              </a:solidFill>
              <a:latin typeface="Arial"/>
              <a:ea typeface="Arial"/>
              <a:cs typeface="Arial"/>
            </a:endParaRPr>
          </a:p>
        </p:txBody>
      </p:sp>
      <p:sp>
        <p:nvSpPr>
          <p:cNvPr id="3" name="矩形 2">
            <a:extLst xmlns:a="http://schemas.openxmlformats.org/drawingml/2006/main">
              <a:ext uri="{FF2B5EF4-FFF2-40B4-BE49-F238E27FC236}">
                <a16:creationId xmlns:a16="http://schemas.microsoft.com/office/drawing/2014/main" id="{9FD72B65-3F42-4916-B2E8-3BD70B79A413}"/>
              </a:ext>
            </a:extLst>
          </p:cNvPr>
          <p:cNvSpPr>
            <a:spLocks xmlns:a="http://schemas.openxmlformats.org/drawingml/2006/main" noGrp="1"/>
          </p:cNvSpPr>
          <p:nvPr/>
        </p:nvSpPr>
        <p:spPr>
          <a:xfrm xmlns:a="http://schemas.openxmlformats.org/drawingml/2006/main">
            <a:off x="400050" y="971550"/>
            <a:ext cx="333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rmAutofit/>
          </a:bodyPr>
          <a:lstStyle xmlns:a="http://schemas.openxmlformats.org/drawingml/2006/main"/>
          <a:p xmlns:a="http://schemas.openxmlformats.org/drawingml/2006/main">
            <a:pPr algn="l">
              <a:lnSpc>
                <a:spcPct val="100000"/>
              </a:lnSpc>
              <a:buNone/>
              <a:defRPr sz="1875" b="1" i="0">
                <a:solidFill>
                  <a:srgbClr val="C8180A"/>
                </a:solidFill>
                <a:latin typeface="Arial"/>
                <a:ea typeface="Arial"/>
                <a:cs typeface="Arial"/>
              </a:defRPr>
            </a:pPr>
            <a:r>
              <a:rPr sz="1875" b="1" i="0">
                <a:solidFill>
                  <a:srgbClr val="C8180A"/>
                </a:solidFill>
                <a:latin typeface="Arial"/>
                <a:ea typeface="Arial"/>
                <a:cs typeface="Arial"/>
              </a:rPr>
              <a:t>Vectorized array pipeline</a:t>
            </a:r>
            <a:endParaRPr sz="1875" b="1" i="0">
              <a:solidFill>
                <a:srgbClr val="C8180A"/>
              </a:solidFill>
              <a:latin typeface="Arial"/>
              <a:ea typeface="Arial"/>
              <a:cs typeface="Arial"/>
            </a:endParaRPr>
          </a:p>
        </p:txBody>
      </p:sp>
      <p:sp>
        <p:nvSpPr>
          <p:cNvPr id="4" name="input-frames">
            <a:extLst xmlns:a="http://schemas.openxmlformats.org/drawingml/2006/main">
              <a:ext uri="{FF2B5EF4-FFF2-40B4-BE49-F238E27FC236}">
                <a16:creationId xmlns:a16="http://schemas.microsoft.com/office/drawing/2014/main" id="{30424344-AF22-4E19-9498-8A3034B099CF}"/>
              </a:ext>
            </a:extLst>
          </p:cNvPr>
          <p:cNvSpPr>
            <a:spLocks xmlns:a="http://schemas.openxmlformats.org/drawingml/2006/main" noGrp="1"/>
          </p:cNvSpPr>
          <p:nvPr/>
        </p:nvSpPr>
        <p:spPr>
          <a:xfrm xmlns:a="http://schemas.openxmlformats.org/drawingml/2006/main">
            <a:off x="400050" y="1657350"/>
            <a:ext cx="1314450" cy="800100"/>
          </a:xfrm>
          <a:prstGeom xmlns:a="http://schemas.openxmlformats.org/drawingml/2006/main" prst="roundRect">
            <a:avLst>
              <a:gd name="adj" fmla="val 9524"/>
            </a:avLst>
          </a:prstGeom>
          <a:solidFill xmlns:a="http://schemas.openxmlformats.org/drawingml/2006/main">
            <a:srgbClr val="EAF3E8"/>
          </a:solidFill>
          <a:ln xmlns:a="http://schemas.openxmlformats.org/drawingml/2006/main" w="19050">
            <a:solidFill>
              <a:srgbClr val="639B64"/>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矩形 4">
            <a:extLst xmlns:a="http://schemas.openxmlformats.org/drawingml/2006/main">
              <a:ext uri="{FF2B5EF4-FFF2-40B4-BE49-F238E27FC236}">
                <a16:creationId xmlns:a16="http://schemas.microsoft.com/office/drawing/2014/main" id="{3E850358-38DA-47B5-9B9A-2358146C4CD6}"/>
              </a:ext>
            </a:extLst>
          </p:cNvPr>
          <p:cNvSpPr>
            <a:spLocks xmlns:a="http://schemas.openxmlformats.org/drawingml/2006/main" noGrp="1"/>
          </p:cNvSpPr>
          <p:nvPr/>
        </p:nvSpPr>
        <p:spPr>
          <a:xfrm xmlns:a="http://schemas.openxmlformats.org/drawingml/2006/main">
            <a:off x="495300" y="1733550"/>
            <a:ext cx="11239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rmAutofit fontScale="95152"/>
          </a:bodyPr>
          <a:lstStyle xmlns:a="http://schemas.openxmlformats.org/drawingml/2006/main"/>
          <a:p xmlns:a="http://schemas.openxmlformats.org/drawingml/2006/main">
            <a:pPr algn="ctr">
              <a:lnSpc>
                <a:spcPct val="100000"/>
              </a:lnSpc>
              <a:buNone/>
              <a:defRPr sz="1500" b="1" i="0">
                <a:solidFill>
                  <a:srgbClr val="305C32"/>
                </a:solidFill>
                <a:latin typeface="Arial"/>
                <a:ea typeface="Arial"/>
                <a:cs typeface="Arial"/>
              </a:defRPr>
            </a:pPr>
            <a:r>
              <a:rPr sz="1500" b="1" i="0">
                <a:solidFill>
                  <a:srgbClr val="305C32"/>
                </a:solidFill>
                <a:latin typeface="Arial"/>
                <a:ea typeface="Arial"/>
                <a:cs typeface="Arial"/>
              </a:rPr>
              <a:t>High-FPS</a:t>
            </a:r>
            <a:endParaRPr sz="1500" b="1" i="0">
              <a:solidFill>
                <a:srgbClr val="305C32"/>
              </a:solidFill>
              <a:latin typeface="Arial"/>
              <a:ea typeface="Arial"/>
              <a:cs typeface="Arial"/>
            </a:endParaRPr>
          </a:p>
          <a:p xmlns:a="http://schemas.openxmlformats.org/drawingml/2006/main">
            <a:pPr algn="ctr">
              <a:lnSpc>
                <a:spcPct val="100000"/>
              </a:lnSpc>
              <a:buNone/>
              <a:defRPr sz="1500" b="1" i="0">
                <a:solidFill>
                  <a:srgbClr val="305C32"/>
                </a:solidFill>
                <a:latin typeface="Arial"/>
                <a:ea typeface="Arial"/>
                <a:cs typeface="Arial"/>
              </a:defRPr>
            </a:pPr>
            <a:r>
              <a:rPr sz="1500" b="1" i="0">
                <a:solidFill>
                  <a:srgbClr val="305C32"/>
                </a:solidFill>
                <a:latin typeface="Arial"/>
                <a:ea typeface="Arial"/>
                <a:cs typeface="Arial"/>
              </a:rPr>
              <a:t>BGR frames</a:t>
            </a:r>
            <a:endParaRPr sz="1500" b="1" i="0">
              <a:solidFill>
                <a:srgbClr val="305C32"/>
              </a:solidFill>
              <a:latin typeface="Arial"/>
              <a:ea typeface="Arial"/>
              <a:cs typeface="Arial"/>
            </a:endParaRPr>
          </a:p>
        </p:txBody>
      </p:sp>
      <p:sp>
        <p:nvSpPr>
          <p:cNvPr id="6" name="preprocessing">
            <a:extLst xmlns:a="http://schemas.openxmlformats.org/drawingml/2006/main">
              <a:ext uri="{FF2B5EF4-FFF2-40B4-BE49-F238E27FC236}">
                <a16:creationId xmlns:a16="http://schemas.microsoft.com/office/drawing/2014/main" id="{B590988A-0D2E-4370-BE55-74BEE91F7679}"/>
              </a:ext>
            </a:extLst>
          </p:cNvPr>
          <p:cNvSpPr>
            <a:spLocks xmlns:a="http://schemas.openxmlformats.org/drawingml/2006/main" noGrp="1"/>
          </p:cNvSpPr>
          <p:nvPr/>
        </p:nvSpPr>
        <p:spPr>
          <a:xfrm xmlns:a="http://schemas.openxmlformats.org/drawingml/2006/main">
            <a:off x="2171700" y="1657350"/>
            <a:ext cx="1466850" cy="800100"/>
          </a:xfrm>
          <a:prstGeom xmlns:a="http://schemas.openxmlformats.org/drawingml/2006/main" prst="roundRect">
            <a:avLst>
              <a:gd name="adj" fmla="val 9524"/>
            </a:avLst>
          </a:prstGeom>
          <a:solidFill xmlns:a="http://schemas.openxmlformats.org/drawingml/2006/main">
            <a:srgbClr val="E8F2FB"/>
          </a:solidFill>
          <a:ln xmlns:a="http://schemas.openxmlformats.org/drawingml/2006/main" w="19050">
            <a:solidFill>
              <a:srgbClr val="1670C1"/>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矩形 6">
            <a:extLst xmlns:a="http://schemas.openxmlformats.org/drawingml/2006/main">
              <a:ext uri="{FF2B5EF4-FFF2-40B4-BE49-F238E27FC236}">
                <a16:creationId xmlns:a16="http://schemas.microsoft.com/office/drawing/2014/main" id="{2C1E0A41-B8C6-4AED-ABE8-4E515C75D137}"/>
              </a:ext>
            </a:extLst>
          </p:cNvPr>
          <p:cNvSpPr>
            <a:spLocks xmlns:a="http://schemas.openxmlformats.org/drawingml/2006/main" noGrp="1"/>
          </p:cNvSpPr>
          <p:nvPr/>
        </p:nvSpPr>
        <p:spPr>
          <a:xfrm xmlns:a="http://schemas.openxmlformats.org/drawingml/2006/main">
            <a:off x="2266950" y="1733550"/>
            <a:ext cx="1276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rmAutofit fontScale="93567"/>
          </a:bodyPr>
          <a:lstStyle xmlns:a="http://schemas.openxmlformats.org/drawingml/2006/main"/>
          <a:p xmlns:a="http://schemas.openxmlformats.org/drawingml/2006/main">
            <a:pPr algn="ctr">
              <a:lnSpc>
                <a:spcPct val="100000"/>
              </a:lnSpc>
              <a:buNone/>
              <a:defRPr sz="1425" b="1" i="0">
                <a:solidFill>
                  <a:srgbClr val="074B82"/>
                </a:solidFill>
                <a:latin typeface="Arial"/>
                <a:ea typeface="Arial"/>
                <a:cs typeface="Arial"/>
              </a:defRPr>
            </a:pPr>
            <a:r>
              <a:rPr sz="1425" b="1" i="0">
                <a:solidFill>
                  <a:srgbClr val="074B82"/>
                </a:solidFill>
                <a:latin typeface="Arial"/>
                <a:ea typeface="Arial"/>
                <a:cs typeface="Arial"/>
              </a:rPr>
              <a:t>Grayscale</a:t>
            </a:r>
            <a:endParaRPr sz="1425" b="1" i="0">
              <a:solidFill>
                <a:srgbClr val="074B82"/>
              </a:solidFill>
              <a:latin typeface="Arial"/>
              <a:ea typeface="Arial"/>
              <a:cs typeface="Arial"/>
            </a:endParaRPr>
          </a:p>
          <a:p xmlns:a="http://schemas.openxmlformats.org/drawingml/2006/main">
            <a:pPr algn="ctr">
              <a:lnSpc>
                <a:spcPct val="100000"/>
              </a:lnSpc>
              <a:buNone/>
              <a:defRPr sz="1425" b="1" i="0">
                <a:solidFill>
                  <a:srgbClr val="074B82"/>
                </a:solidFill>
                <a:latin typeface="Arial"/>
                <a:ea typeface="Arial"/>
                <a:cs typeface="Arial"/>
              </a:defRPr>
            </a:pPr>
            <a:r>
              <a:rPr sz="1425" b="1" i="0">
                <a:solidFill>
                  <a:srgbClr val="074B82"/>
                </a:solidFill>
                <a:latin typeface="Arial"/>
                <a:ea typeface="Arial"/>
                <a:cs typeface="Arial"/>
              </a:rPr>
              <a:t>Normalize + log</a:t>
            </a:r>
            <a:endParaRPr sz="1425" b="1" i="0">
              <a:solidFill>
                <a:srgbClr val="074B82"/>
              </a:solidFill>
              <a:latin typeface="Arial"/>
              <a:ea typeface="Arial"/>
              <a:cs typeface="Arial"/>
            </a:endParaRPr>
          </a:p>
        </p:txBody>
      </p:sp>
      <p:sp>
        <p:nvSpPr>
          <p:cNvPr id="8" name="event-kernel">
            <a:extLst xmlns:a="http://schemas.openxmlformats.org/drawingml/2006/main">
              <a:ext uri="{FF2B5EF4-FFF2-40B4-BE49-F238E27FC236}">
                <a16:creationId xmlns:a16="http://schemas.microsoft.com/office/drawing/2014/main" id="{74094EBC-21DA-46BC-9806-8A210FF7DF52}"/>
              </a:ext>
            </a:extLst>
          </p:cNvPr>
          <p:cNvSpPr>
            <a:spLocks xmlns:a="http://schemas.openxmlformats.org/drawingml/2006/main" noGrp="1"/>
          </p:cNvSpPr>
          <p:nvPr/>
        </p:nvSpPr>
        <p:spPr>
          <a:xfrm xmlns:a="http://schemas.openxmlformats.org/drawingml/2006/main">
            <a:off x="4095750" y="1657350"/>
            <a:ext cx="1676400" cy="800100"/>
          </a:xfrm>
          <a:prstGeom xmlns:a="http://schemas.openxmlformats.org/drawingml/2006/main" prst="roundRect">
            <a:avLst>
              <a:gd name="adj" fmla="val 9524"/>
            </a:avLst>
          </a:prstGeom>
          <a:solidFill xmlns:a="http://schemas.openxmlformats.org/drawingml/2006/main">
            <a:srgbClr val="E8F2FB"/>
          </a:solidFill>
          <a:ln xmlns:a="http://schemas.openxmlformats.org/drawingml/2006/main" w="19050">
            <a:solidFill>
              <a:srgbClr val="1670C1"/>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矩形 8">
            <a:extLst xmlns:a="http://schemas.openxmlformats.org/drawingml/2006/main">
              <a:ext uri="{FF2B5EF4-FFF2-40B4-BE49-F238E27FC236}">
                <a16:creationId xmlns:a16="http://schemas.microsoft.com/office/drawing/2014/main" id="{3F91AAF1-CB6D-4FAF-A1EE-E0FDE692CF0C}"/>
              </a:ext>
            </a:extLst>
          </p:cNvPr>
          <p:cNvSpPr>
            <a:spLocks xmlns:a="http://schemas.openxmlformats.org/drawingml/2006/main" noGrp="1"/>
          </p:cNvSpPr>
          <p:nvPr/>
        </p:nvSpPr>
        <p:spPr>
          <a:xfrm xmlns:a="http://schemas.openxmlformats.org/drawingml/2006/main">
            <a:off x="4191000" y="1733550"/>
            <a:ext cx="1485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rmAutofit fontScale="87247"/>
          </a:bodyPr>
          <a:lstStyle xmlns:a="http://schemas.openxmlformats.org/drawingml/2006/main"/>
          <a:p xmlns:a="http://schemas.openxmlformats.org/drawingml/2006/main">
            <a:pPr algn="ctr">
              <a:lnSpc>
                <a:spcPct val="100000"/>
              </a:lnSpc>
              <a:buNone/>
              <a:defRPr sz="1350" b="1" i="0">
                <a:solidFill>
                  <a:srgbClr val="074B82"/>
                </a:solidFill>
                <a:latin typeface="Arial"/>
                <a:ea typeface="Arial"/>
                <a:cs typeface="Arial"/>
              </a:defRPr>
            </a:pPr>
            <a:r>
              <a:rPr sz="1350" b="1" i="0">
                <a:solidFill>
                  <a:srgbClr val="074B82"/>
                </a:solidFill>
                <a:latin typeface="Arial"/>
                <a:ea typeface="Arial"/>
                <a:cs typeface="Arial"/>
              </a:rPr>
              <a:t>Threshold crossings</a:t>
            </a:r>
            <a:endParaRPr sz="1350" b="1" i="0">
              <a:solidFill>
                <a:srgbClr val="074B82"/>
              </a:solidFill>
              <a:latin typeface="Arial"/>
              <a:ea typeface="Arial"/>
              <a:cs typeface="Arial"/>
            </a:endParaRPr>
          </a:p>
          <a:p xmlns:a="http://schemas.openxmlformats.org/drawingml/2006/main">
            <a:pPr algn="ctr">
              <a:lnSpc>
                <a:spcPct val="100000"/>
              </a:lnSpc>
              <a:buNone/>
              <a:defRPr sz="1350" b="1" i="0">
                <a:solidFill>
                  <a:srgbClr val="074B82"/>
                </a:solidFill>
                <a:latin typeface="Arial"/>
                <a:ea typeface="Arial"/>
                <a:cs typeface="Arial"/>
              </a:defRPr>
            </a:pPr>
            <a:r>
              <a:rPr sz="1350" b="1" i="0">
                <a:solidFill>
                  <a:srgbClr val="074B82"/>
                </a:solidFill>
                <a:latin typeface="Arial"/>
                <a:ea typeface="Arial"/>
                <a:cs typeface="Arial"/>
              </a:rPr>
              <a:t>+ analytical timing</a:t>
            </a:r>
            <a:endParaRPr sz="1350" b="1" i="0">
              <a:solidFill>
                <a:srgbClr val="074B82"/>
              </a:solidFill>
              <a:latin typeface="Arial"/>
              <a:ea typeface="Arial"/>
              <a:cs typeface="Arial"/>
            </a:endParaRPr>
          </a:p>
        </p:txBody>
      </p:sp>
      <p:sp>
        <p:nvSpPr>
          <p:cNvPr id="10" name="array-model">
            <a:extLst xmlns:a="http://schemas.openxmlformats.org/drawingml/2006/main">
              <a:ext uri="{FF2B5EF4-FFF2-40B4-BE49-F238E27FC236}">
                <a16:creationId xmlns:a16="http://schemas.microsoft.com/office/drawing/2014/main" id="{F7D4507E-B766-4380-A846-E9F893AA6048}"/>
              </a:ext>
            </a:extLst>
          </p:cNvPr>
          <p:cNvSpPr>
            <a:spLocks xmlns:a="http://schemas.openxmlformats.org/drawingml/2006/main" noGrp="1"/>
          </p:cNvSpPr>
          <p:nvPr/>
        </p:nvSpPr>
        <p:spPr>
          <a:xfrm xmlns:a="http://schemas.openxmlformats.org/drawingml/2006/main">
            <a:off x="6229350" y="1657350"/>
            <a:ext cx="1257300" cy="800100"/>
          </a:xfrm>
          <a:prstGeom xmlns:a="http://schemas.openxmlformats.org/drawingml/2006/main" prst="roundRect">
            <a:avLst>
              <a:gd name="adj" fmla="val 9524"/>
            </a:avLst>
          </a:prstGeom>
          <a:solidFill xmlns:a="http://schemas.openxmlformats.org/drawingml/2006/main">
            <a:srgbClr val="E8F2FB"/>
          </a:solidFill>
          <a:ln xmlns:a="http://schemas.openxmlformats.org/drawingml/2006/main" w="19050">
            <a:solidFill>
              <a:srgbClr val="1670C1"/>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矩形 10">
            <a:extLst xmlns:a="http://schemas.openxmlformats.org/drawingml/2006/main">
              <a:ext uri="{FF2B5EF4-FFF2-40B4-BE49-F238E27FC236}">
                <a16:creationId xmlns:a16="http://schemas.microsoft.com/office/drawing/2014/main" id="{666AB56D-9AFB-4926-853F-4A796C401483}"/>
              </a:ext>
            </a:extLst>
          </p:cNvPr>
          <p:cNvSpPr>
            <a:spLocks xmlns:a="http://schemas.openxmlformats.org/drawingml/2006/main" noGrp="1"/>
          </p:cNvSpPr>
          <p:nvPr/>
        </p:nvSpPr>
        <p:spPr>
          <a:xfrm xmlns:a="http://schemas.openxmlformats.org/drawingml/2006/main">
            <a:off x="6324600" y="1733550"/>
            <a:ext cx="1066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rmAutofit fontScale="98955"/>
          </a:bodyPr>
          <a:lstStyle xmlns:a="http://schemas.openxmlformats.org/drawingml/2006/main"/>
          <a:p xmlns:a="http://schemas.openxmlformats.org/drawingml/2006/main">
            <a:pPr algn="ctr">
              <a:lnSpc>
                <a:spcPct val="100000"/>
              </a:lnSpc>
              <a:buNone/>
              <a:defRPr sz="1425" b="1" i="0">
                <a:solidFill>
                  <a:srgbClr val="074B82"/>
                </a:solidFill>
                <a:latin typeface="Arial"/>
                <a:ea typeface="Arial"/>
                <a:cs typeface="Arial"/>
              </a:defRPr>
            </a:pPr>
            <a:r>
              <a:rPr sz="1425" b="1" i="0">
                <a:solidFill>
                  <a:srgbClr val="074B82"/>
                </a:solidFill>
                <a:latin typeface="Arial"/>
                <a:ea typeface="Arial"/>
                <a:cs typeface="Arial"/>
              </a:rPr>
              <a:t>Vectorized</a:t>
            </a:r>
            <a:endParaRPr sz="1425" b="1" i="0">
              <a:solidFill>
                <a:srgbClr val="074B82"/>
              </a:solidFill>
              <a:latin typeface="Arial"/>
              <a:ea typeface="Arial"/>
              <a:cs typeface="Arial"/>
            </a:endParaRPr>
          </a:p>
          <a:p xmlns:a="http://schemas.openxmlformats.org/drawingml/2006/main">
            <a:pPr algn="ctr">
              <a:lnSpc>
                <a:spcPct val="100000"/>
              </a:lnSpc>
              <a:buNone/>
              <a:defRPr sz="1425" b="1" i="0">
                <a:solidFill>
                  <a:srgbClr val="074B82"/>
                </a:solidFill>
                <a:latin typeface="Arial"/>
                <a:ea typeface="Arial"/>
                <a:cs typeface="Arial"/>
              </a:defRPr>
            </a:pPr>
            <a:r>
              <a:rPr sz="1425" b="1" i="0">
                <a:solidFill>
                  <a:srgbClr val="074B82"/>
                </a:solidFill>
                <a:latin typeface="Arial"/>
                <a:ea typeface="Arial"/>
                <a:cs typeface="Arial"/>
              </a:rPr>
              <a:t>H × W array</a:t>
            </a:r>
            <a:endParaRPr sz="1425" b="1" i="0">
              <a:solidFill>
                <a:srgbClr val="074B82"/>
              </a:solidFill>
              <a:latin typeface="Arial"/>
              <a:ea typeface="Arial"/>
              <a:cs typeface="Arial"/>
            </a:endParaRPr>
          </a:p>
        </p:txBody>
      </p:sp>
      <p:sp>
        <p:nvSpPr>
          <p:cNvPr id="12" name="event-output">
            <a:extLst xmlns:a="http://schemas.openxmlformats.org/drawingml/2006/main">
              <a:ext uri="{FF2B5EF4-FFF2-40B4-BE49-F238E27FC236}">
                <a16:creationId xmlns:a16="http://schemas.microsoft.com/office/drawing/2014/main" id="{DF39C09B-B8A8-4799-8052-CF200CB92F6C}"/>
              </a:ext>
            </a:extLst>
          </p:cNvPr>
          <p:cNvSpPr>
            <a:spLocks xmlns:a="http://schemas.openxmlformats.org/drawingml/2006/main" noGrp="1"/>
          </p:cNvSpPr>
          <p:nvPr/>
        </p:nvSpPr>
        <p:spPr>
          <a:xfrm xmlns:a="http://schemas.openxmlformats.org/drawingml/2006/main">
            <a:off x="7924800" y="1657350"/>
            <a:ext cx="857250" cy="800100"/>
          </a:xfrm>
          <a:prstGeom xmlns:a="http://schemas.openxmlformats.org/drawingml/2006/main" prst="roundRect">
            <a:avLst>
              <a:gd name="adj" fmla="val 9524"/>
            </a:avLst>
          </a:prstGeom>
          <a:solidFill xmlns:a="http://schemas.openxmlformats.org/drawingml/2006/main">
            <a:srgbClr val="FFF1D9"/>
          </a:solidFill>
          <a:ln xmlns:a="http://schemas.openxmlformats.org/drawingml/2006/main" w="19050">
            <a:solidFill>
              <a:srgbClr val="E5A13C"/>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矩形 12">
            <a:extLst xmlns:a="http://schemas.openxmlformats.org/drawingml/2006/main">
              <a:ext uri="{FF2B5EF4-FFF2-40B4-BE49-F238E27FC236}">
                <a16:creationId xmlns:a16="http://schemas.microsoft.com/office/drawing/2014/main" id="{B38CA0DE-225F-42FB-BD9C-94FE4A4BA07B}"/>
              </a:ext>
            </a:extLst>
          </p:cNvPr>
          <p:cNvSpPr>
            <a:spLocks xmlns:a="http://schemas.openxmlformats.org/drawingml/2006/main" noGrp="1"/>
          </p:cNvSpPr>
          <p:nvPr/>
        </p:nvSpPr>
        <p:spPr>
          <a:xfrm xmlns:a="http://schemas.openxmlformats.org/drawingml/2006/main">
            <a:off x="7972425" y="1733550"/>
            <a:ext cx="762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rmAutofit/>
          </a:bodyPr>
          <a:lstStyle xmlns:a="http://schemas.openxmlformats.org/drawingml/2006/main"/>
          <a:p xmlns:a="http://schemas.openxmlformats.org/drawingml/2006/main">
            <a:pPr algn="ctr">
              <a:lnSpc>
                <a:spcPct val="100000"/>
              </a:lnSpc>
              <a:buNone/>
              <a:defRPr sz="1350" b="1" i="0">
                <a:solidFill>
                  <a:srgbClr val="8B5616"/>
                </a:solidFill>
                <a:latin typeface="Arial"/>
                <a:ea typeface="Arial"/>
                <a:cs typeface="Arial"/>
              </a:defRPr>
            </a:pPr>
            <a:r>
              <a:rPr sz="1350" b="1" i="0">
                <a:solidFill>
                  <a:srgbClr val="8B5616"/>
                </a:solidFill>
                <a:latin typeface="Arial"/>
                <a:ea typeface="Arial"/>
                <a:cs typeface="Arial"/>
              </a:rPr>
              <a:t>Sorted</a:t>
            </a:r>
            <a:endParaRPr sz="1350" b="1" i="0">
              <a:solidFill>
                <a:srgbClr val="8B5616"/>
              </a:solidFill>
              <a:latin typeface="Arial"/>
              <a:ea typeface="Arial"/>
              <a:cs typeface="Arial"/>
            </a:endParaRPr>
          </a:p>
          <a:p xmlns:a="http://schemas.openxmlformats.org/drawingml/2006/main">
            <a:pPr algn="ctr">
              <a:lnSpc>
                <a:spcPct val="100000"/>
              </a:lnSpc>
              <a:buNone/>
              <a:defRPr sz="1350" b="1" i="0">
                <a:solidFill>
                  <a:srgbClr val="8B5616"/>
                </a:solidFill>
                <a:latin typeface="Arial"/>
                <a:ea typeface="Arial"/>
                <a:cs typeface="Arial"/>
              </a:defRPr>
            </a:pPr>
            <a:r>
              <a:rPr sz="1350" b="1" i="0">
                <a:solidFill>
                  <a:srgbClr val="8B5616"/>
                </a:solidFill>
                <a:latin typeface="Arial"/>
                <a:ea typeface="Arial"/>
                <a:cs typeface="Arial"/>
              </a:rPr>
              <a:t>(t,x,y,p)</a:t>
            </a:r>
            <a:endParaRPr sz="1350" b="1" i="0">
              <a:solidFill>
                <a:srgbClr val="8B5616"/>
              </a:solidFill>
              <a:latin typeface="Arial"/>
              <a:ea typeface="Arial"/>
              <a:cs typeface="Arial"/>
            </a:endParaRPr>
          </a:p>
        </p:txBody>
      </p:sp>
      <p:cxnSp>
        <p:nvCxnSpPr>
          <p:cNvPr id="202" name="直接箭头连接符 117"/>
          <p:cNvCxnSpPr>
            <a:stCxn xmlns:a="http://schemas.openxmlformats.org/drawingml/2006/main" id="4" idx="3"/>
            <a:endCxn xmlns:a="http://schemas.openxmlformats.org/drawingml/2006/main" id="6" idx="1"/>
          </p:cNvCxnSpPr>
          <p:nvPr/>
        </p:nvCxnSpPr>
        <p:spPr>
          <a:xfrm xmlns:a="http://schemas.openxmlformats.org/drawingml/2006/main">
            <a:off x="1714500" y="2057400"/>
            <a:ext cx="457200" cy="0"/>
          </a:xfrm>
          <a:prstGeom xmlns:a="http://schemas.openxmlformats.org/drawingml/2006/main" prst="straightConnector1">
            <a:avLst/>
          </a:prstGeom>
          <a:ln xmlns:a="http://schemas.openxmlformats.org/drawingml/2006/main" w="19050">
            <a:solidFill>
              <a:srgbClr val="555555"/>
            </a:solidFill>
            <a:prstDash val="solid"/>
            <a:tailEnd type="triangle" w="sm" len="sm"/>
          </a:ln>
        </p:spPr>
      </p:cxnSp>
      <p:cxnSp>
        <p:nvCxnSpPr>
          <p:cNvPr id="203" name="直接箭头连接符 118"/>
          <p:cNvCxnSpPr>
            <a:stCxn xmlns:a="http://schemas.openxmlformats.org/drawingml/2006/main" id="6" idx="3"/>
            <a:endCxn xmlns:a="http://schemas.openxmlformats.org/drawingml/2006/main" id="8" idx="1"/>
          </p:cNvCxnSpPr>
          <p:nvPr/>
        </p:nvCxnSpPr>
        <p:spPr>
          <a:xfrm xmlns:a="http://schemas.openxmlformats.org/drawingml/2006/main">
            <a:off x="3638550" y="2057400"/>
            <a:ext cx="457200" cy="0"/>
          </a:xfrm>
          <a:prstGeom xmlns:a="http://schemas.openxmlformats.org/drawingml/2006/main" prst="straightConnector1">
            <a:avLst/>
          </a:prstGeom>
          <a:ln xmlns:a="http://schemas.openxmlformats.org/drawingml/2006/main" w="19050">
            <a:solidFill>
              <a:srgbClr val="555555"/>
            </a:solidFill>
            <a:prstDash val="solid"/>
            <a:tailEnd type="triangle" w="sm" len="sm"/>
          </a:ln>
        </p:spPr>
      </p:cxnSp>
      <p:cxnSp>
        <p:nvCxnSpPr>
          <p:cNvPr id="204" name="直接箭头连接符 119"/>
          <p:cNvCxnSpPr>
            <a:stCxn xmlns:a="http://schemas.openxmlformats.org/drawingml/2006/main" id="8" idx="3"/>
            <a:endCxn xmlns:a="http://schemas.openxmlformats.org/drawingml/2006/main" id="10" idx="1"/>
          </p:cNvCxnSpPr>
          <p:nvPr/>
        </p:nvCxnSpPr>
        <p:spPr>
          <a:xfrm xmlns:a="http://schemas.openxmlformats.org/drawingml/2006/main">
            <a:off x="5772150" y="2057400"/>
            <a:ext cx="457200" cy="0"/>
          </a:xfrm>
          <a:prstGeom xmlns:a="http://schemas.openxmlformats.org/drawingml/2006/main" prst="straightConnector1">
            <a:avLst/>
          </a:prstGeom>
          <a:ln xmlns:a="http://schemas.openxmlformats.org/drawingml/2006/main" w="19050">
            <a:solidFill>
              <a:srgbClr val="555555"/>
            </a:solidFill>
            <a:prstDash val="solid"/>
            <a:tailEnd type="triangle" w="sm" len="sm"/>
          </a:ln>
        </p:spPr>
      </p:cxnSp>
      <p:cxnSp>
        <p:nvCxnSpPr>
          <p:cNvPr id="205" name="直接箭头连接符 120"/>
          <p:cNvCxnSpPr>
            <a:stCxn xmlns:a="http://schemas.openxmlformats.org/drawingml/2006/main" id="10" idx="3"/>
            <a:endCxn xmlns:a="http://schemas.openxmlformats.org/drawingml/2006/main" id="12" idx="1"/>
          </p:cNvCxnSpPr>
          <p:nvPr/>
        </p:nvCxnSpPr>
        <p:spPr>
          <a:xfrm xmlns:a="http://schemas.openxmlformats.org/drawingml/2006/main">
            <a:off x="7486650" y="2057400"/>
            <a:ext cx="438150" cy="0"/>
          </a:xfrm>
          <a:prstGeom xmlns:a="http://schemas.openxmlformats.org/drawingml/2006/main" prst="straightConnector1">
            <a:avLst/>
          </a:prstGeom>
          <a:ln xmlns:a="http://schemas.openxmlformats.org/drawingml/2006/main" w="19050">
            <a:solidFill>
              <a:srgbClr val="555555"/>
            </a:solidFill>
            <a:prstDash val="solid"/>
            <a:tailEnd type="triangle" w="sm" len="sm"/>
          </a:ln>
        </p:spPr>
      </p:cxnSp>
      <p:sp>
        <p:nvSpPr>
          <p:cNvPr id="18" name="configuration">
            <a:extLst xmlns:a="http://schemas.openxmlformats.org/drawingml/2006/main">
              <a:ext uri="{FF2B5EF4-FFF2-40B4-BE49-F238E27FC236}">
                <a16:creationId xmlns:a16="http://schemas.microsoft.com/office/drawing/2014/main" id="{97B7F55A-9734-49D3-8574-41BCF5D934E4}"/>
              </a:ext>
            </a:extLst>
          </p:cNvPr>
          <p:cNvSpPr>
            <a:spLocks xmlns:a="http://schemas.openxmlformats.org/drawingml/2006/main" noGrp="1"/>
          </p:cNvSpPr>
          <p:nvPr/>
        </p:nvSpPr>
        <p:spPr>
          <a:xfrm xmlns:a="http://schemas.openxmlformats.org/drawingml/2006/main">
            <a:off x="3752850" y="2838450"/>
            <a:ext cx="2362200" cy="762000"/>
          </a:xfrm>
          <a:prstGeom xmlns:a="http://schemas.openxmlformats.org/drawingml/2006/main" prst="roundRect">
            <a:avLst>
              <a:gd name="adj" fmla="val 10000"/>
            </a:avLst>
          </a:prstGeom>
          <a:solidFill xmlns:a="http://schemas.openxmlformats.org/drawingml/2006/main">
            <a:srgbClr val="F7F7F7"/>
          </a:solidFill>
          <a:ln xmlns:a="http://schemas.openxmlformats.org/drawingml/2006/main" w="14288">
            <a:solidFill>
              <a:srgbClr val="D2D2D2"/>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矩形 18">
            <a:extLst xmlns:a="http://schemas.openxmlformats.org/drawingml/2006/main">
              <a:ext uri="{FF2B5EF4-FFF2-40B4-BE49-F238E27FC236}">
                <a16:creationId xmlns:a16="http://schemas.microsoft.com/office/drawing/2014/main" id="{D143EF1C-DE2C-44B6-86E9-8D51F78EF6D8}"/>
              </a:ext>
            </a:extLst>
          </p:cNvPr>
          <p:cNvSpPr>
            <a:spLocks xmlns:a="http://schemas.openxmlformats.org/drawingml/2006/main" noGrp="1"/>
          </p:cNvSpPr>
          <p:nvPr/>
        </p:nvSpPr>
        <p:spPr>
          <a:xfrm xmlns:a="http://schemas.openxmlformats.org/drawingml/2006/main">
            <a:off x="3905250" y="2895600"/>
            <a:ext cx="2057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rmAutofit fontScale="98039"/>
          </a:bodyPr>
          <a:lstStyle xmlns:a="http://schemas.openxmlformats.org/drawingml/2006/main"/>
          <a:p xmlns:a="http://schemas.openxmlformats.org/drawingml/2006/main">
            <a:pPr algn="ctr">
              <a:lnSpc>
                <a:spcPct val="100000"/>
              </a:lnSpc>
              <a:buNone/>
              <a:defRPr sz="1275" b="1" i="0">
                <a:solidFill>
                  <a:srgbClr val="074B82"/>
                </a:solidFill>
                <a:latin typeface="Arial"/>
                <a:ea typeface="Arial"/>
                <a:cs typeface="Arial"/>
              </a:defRPr>
            </a:pPr>
            <a:r>
              <a:rPr sz="1275" b="1" i="0">
                <a:solidFill>
                  <a:srgbClr val="074B82"/>
                </a:solidFill>
                <a:latin typeface="Arial"/>
                <a:ea typeface="Arial"/>
                <a:cs typeface="Arial"/>
              </a:rPr>
              <a:t>Configuration</a:t>
            </a:r>
            <a:endParaRPr sz="1275" b="1" i="0">
              <a:solidFill>
                <a:srgbClr val="074B82"/>
              </a:solidFill>
              <a:latin typeface="Arial"/>
              <a:ea typeface="Arial"/>
              <a:cs typeface="Arial"/>
            </a:endParaRPr>
          </a:p>
        </p:txBody>
      </p:sp>
      <p:sp>
        <p:nvSpPr>
          <p:cNvPr id="20" name="矩形 19">
            <a:extLst xmlns:a="http://schemas.openxmlformats.org/drawingml/2006/main">
              <a:ext uri="{FF2B5EF4-FFF2-40B4-BE49-F238E27FC236}">
                <a16:creationId xmlns:a16="http://schemas.microsoft.com/office/drawing/2014/main" id="{FA4D484F-4CC7-4D29-80E1-F7569BA0D8E1}"/>
              </a:ext>
            </a:extLst>
          </p:cNvPr>
          <p:cNvSpPr>
            <a:spLocks xmlns:a="http://schemas.openxmlformats.org/drawingml/2006/main" noGrp="1"/>
          </p:cNvSpPr>
          <p:nvPr/>
        </p:nvSpPr>
        <p:spPr>
          <a:xfrm xmlns:a="http://schemas.openxmlformats.org/drawingml/2006/main">
            <a:off x="3905250" y="3162300"/>
            <a:ext cx="2057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rmAutofit fontScale="90833" lnSpcReduction="10000"/>
          </a:bodyPr>
          <a:lstStyle xmlns:a="http://schemas.openxmlformats.org/drawingml/2006/main"/>
          <a:p xmlns:a="http://schemas.openxmlformats.org/drawingml/2006/main">
            <a:pPr algn="ctr">
              <a:lnSpc>
                <a:spcPct val="100000"/>
              </a:lnSpc>
              <a:buNone/>
              <a:defRPr sz="1125" b="0" i="0">
                <a:solidFill>
                  <a:srgbClr val="555555"/>
                </a:solidFill>
                <a:latin typeface="Arial"/>
                <a:ea typeface="Arial"/>
                <a:cs typeface="Arial"/>
              </a:defRPr>
            </a:pPr>
            <a:r>
              <a:rPr sz="1125" b="0" i="0">
                <a:solidFill>
                  <a:srgbClr val="555555"/>
                </a:solidFill>
                <a:latin typeface="Arial"/>
                <a:ea typeface="Arial"/>
                <a:cs typeface="Arial"/>
              </a:rPr>
              <a:t>Con, Coff  •  timestamp unit  •  random seed</a:t>
            </a:r>
            <a:endParaRPr sz="1125" b="0" i="0">
              <a:solidFill>
                <a:srgbClr val="555555"/>
              </a:solidFill>
              <a:latin typeface="Arial"/>
              <a:ea typeface="Arial"/>
              <a:cs typeface="Arial"/>
            </a:endParaRPr>
          </a:p>
        </p:txBody>
      </p:sp>
      <p:cxnSp>
        <p:nvCxnSpPr>
          <p:cNvPr id="209" name="直接箭头连接符 124"/>
          <p:cNvCxnSpPr>
            <a:stCxn xmlns:a="http://schemas.openxmlformats.org/drawingml/2006/main" id="18" idx="0"/>
            <a:endCxn xmlns:a="http://schemas.openxmlformats.org/drawingml/2006/main" id="8" idx="2"/>
          </p:cNvCxnSpPr>
          <p:nvPr/>
        </p:nvCxnSpPr>
        <p:spPr>
          <a:xfrm xmlns:a="http://schemas.openxmlformats.org/drawingml/2006/main" flipV="1">
            <a:off x="4933950" y="2457450"/>
            <a:ext cx="0" cy="381000"/>
          </a:xfrm>
          <a:prstGeom xmlns:a="http://schemas.openxmlformats.org/drawingml/2006/main" prst="straightConnector1">
            <a:avLst/>
          </a:prstGeom>
          <a:ln xmlns:a="http://schemas.openxmlformats.org/drawingml/2006/main" w="14288">
            <a:solidFill>
              <a:srgbClr val="075AA9"/>
            </a:solidFill>
            <a:prstDash val="dash"/>
            <a:tailEnd type="triangle" w="sm" len="sm"/>
          </a:ln>
        </p:spPr>
      </p:cxnSp>
      <p:sp>
        <p:nvSpPr>
          <p:cNvPr id="22" name="矩形 21">
            <a:extLst xmlns:a="http://schemas.openxmlformats.org/drawingml/2006/main">
              <a:ext uri="{FF2B5EF4-FFF2-40B4-BE49-F238E27FC236}">
                <a16:creationId xmlns:a16="http://schemas.microsoft.com/office/drawing/2014/main" id="{1C33BACB-D113-401D-8F99-ED6AE7305DD9}"/>
              </a:ext>
            </a:extLst>
          </p:cNvPr>
          <p:cNvSpPr>
            <a:spLocks xmlns:a="http://schemas.openxmlformats.org/drawingml/2006/main" noGrp="1"/>
          </p:cNvSpPr>
          <p:nvPr/>
        </p:nvSpPr>
        <p:spPr>
          <a:xfrm xmlns:a="http://schemas.openxmlformats.org/drawingml/2006/main">
            <a:off x="514350" y="3905250"/>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rmAutofit fontScale="83215" lnSpcReduction="10000"/>
          </a:bodyPr>
          <a:lstStyle xmlns:a="http://schemas.openxmlformats.org/drawingml/2006/main"/>
          <a:p xmlns:a="http://schemas.openxmlformats.org/drawingml/2006/main">
            <a:pPr algn="l">
              <a:lnSpc>
                <a:spcPct val="100000"/>
              </a:lnSpc>
              <a:buNone/>
              <a:defRPr sz="1725" b="1" i="0">
                <a:solidFill>
                  <a:srgbClr val="C8180A"/>
                </a:solidFill>
                <a:latin typeface="Arial"/>
                <a:ea typeface="Arial"/>
                <a:cs typeface="Arial"/>
              </a:defRPr>
            </a:pPr>
            <a:r>
              <a:rPr sz="1725" b="1" i="0">
                <a:solidFill>
                  <a:srgbClr val="C8180A"/>
                </a:solidFill>
                <a:latin typeface="Arial"/>
                <a:ea typeface="Arial"/>
                <a:cs typeface="Arial"/>
              </a:rPr>
              <a:t>Analytical timestamp interpolation</a:t>
            </a:r>
            <a:endParaRPr sz="1725" b="1" i="0">
              <a:solidFill>
                <a:srgbClr val="C8180A"/>
              </a:solidFill>
              <a:latin typeface="Arial"/>
              <a:ea typeface="Arial"/>
              <a:cs typeface="Arial"/>
            </a:endParaRPr>
          </a:p>
        </p:txBody>
      </p:sp>
      <p:sp>
        <p:nvSpPr>
          <p:cNvPr id="23" name="矩形 22">
            <a:extLst xmlns:a="http://schemas.openxmlformats.org/drawingml/2006/main">
              <a:ext uri="{FF2B5EF4-FFF2-40B4-BE49-F238E27FC236}">
                <a16:creationId xmlns:a16="http://schemas.microsoft.com/office/drawing/2014/main" id="{9A18B6AA-C814-428F-8FB2-89D6C7954F9A}"/>
              </a:ext>
            </a:extLst>
          </p:cNvPr>
          <p:cNvSpPr>
            <a:spLocks xmlns:a="http://schemas.openxmlformats.org/drawingml/2006/main" noGrp="1"/>
          </p:cNvSpPr>
          <p:nvPr/>
        </p:nvSpPr>
        <p:spPr>
          <a:xfrm xmlns:a="http://schemas.openxmlformats.org/drawingml/2006/main">
            <a:off x="723900" y="4333875"/>
            <a:ext cx="7696200" cy="571500"/>
          </a:xfrm>
          <a:prstGeom xmlns:a="http://schemas.openxmlformats.org/drawingml/2006/main" prst="rect">
            <a:avLst/>
          </a:prstGeom>
          <a:solidFill xmlns:a="http://schemas.openxmlformats.org/drawingml/2006/main">
            <a:srgbClr val="E8F2FB"/>
          </a:solidFill>
          <a:ln xmlns:a="http://schemas.openxmlformats.org/drawingml/2006/main" w="9525">
            <a:solidFill>
              <a:srgbClr val="B7D0E6"/>
            </a:solidFill>
            <a:prstDash val="solid"/>
          </a:ln>
        </p:spPr>
        <p:txBody>
          <a:bodyPr xmlns:a="http://schemas.openxmlformats.org/drawingml/2006/main" wrap="square" lIns="38100" tIns="19050" rIns="38100" bIns="19050" anchor="ctr">
            <a:normAutofit/>
          </a:bodyPr>
          <a:lstStyle xmlns:a="http://schemas.openxmlformats.org/drawingml/2006/main"/>
          <a:p xmlns:a="http://schemas.openxmlformats.org/drawingml/2006/main">
            <a:pPr algn="ctr">
              <a:lnSpc>
                <a:spcPct val="100000"/>
              </a:lnSpc>
              <a:buNone/>
              <a:defRPr sz="1950" b="1" i="0">
                <a:solidFill>
                  <a:srgbClr val="074B82"/>
                </a:solidFill>
                <a:latin typeface="Arial"/>
                <a:ea typeface="Arial"/>
                <a:cs typeface="Arial"/>
              </a:defRPr>
            </a:pPr>
            <a:r>
              <a:rPr sz="1950" b="1" i="0">
                <a:solidFill>
                  <a:srgbClr val="074B82"/>
                </a:solidFill>
                <a:latin typeface="Arial"/>
                <a:ea typeface="Arial"/>
                <a:cs typeface="Arial"/>
              </a:rPr>
              <a:t>te = t0 + (Ltarget − L0) / (L1 − L0) × (t1 − t0)</a:t>
            </a:r>
            <a:endParaRPr sz="1950" b="1" i="0">
              <a:solidFill>
                <a:srgbClr val="074B82"/>
              </a:solidFill>
              <a:latin typeface="Arial"/>
              <a:ea typeface="Arial"/>
              <a:cs typeface="Arial"/>
            </a:endParaRPr>
          </a:p>
        </p:txBody>
      </p:sp>
      <p:sp>
        <p:nvSpPr>
          <p:cNvPr id="24" name="矩形 23">
            <a:extLst xmlns:a="http://schemas.openxmlformats.org/drawingml/2006/main">
              <a:ext uri="{FF2B5EF4-FFF2-40B4-BE49-F238E27FC236}">
                <a16:creationId xmlns:a16="http://schemas.microsoft.com/office/drawing/2014/main" id="{0EAB1B70-26B4-4D4C-849E-16A812E16B99}"/>
              </a:ext>
            </a:extLst>
          </p:cNvPr>
          <p:cNvSpPr>
            <a:spLocks xmlns:a="http://schemas.openxmlformats.org/drawingml/2006/main" noGrp="1"/>
          </p:cNvSpPr>
          <p:nvPr/>
        </p:nvSpPr>
        <p:spPr>
          <a:xfrm xmlns:a="http://schemas.openxmlformats.org/drawingml/2006/main">
            <a:off x="514350" y="5181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rmAutofit/>
          </a:bodyPr>
          <a:lstStyle xmlns:a="http://schemas.openxmlformats.org/drawingml/2006/main"/>
          <a:p xmlns:a="http://schemas.openxmlformats.org/drawingml/2006/main">
            <a:pPr algn="l">
              <a:lnSpc>
                <a:spcPct val="100000"/>
              </a:lnSpc>
              <a:buNone/>
              <a:defRPr sz="1575" b="1" i="0">
                <a:solidFill>
                  <a:srgbClr val="C8180A"/>
                </a:solidFill>
                <a:latin typeface="Arial"/>
                <a:ea typeface="Arial"/>
                <a:cs typeface="Arial"/>
              </a:defRPr>
            </a:pPr>
            <a:r>
              <a:rPr sz="1575" b="1" i="0">
                <a:solidFill>
                  <a:srgbClr val="C8180A"/>
                </a:solidFill>
                <a:latin typeface="Arial"/>
                <a:ea typeface="Arial"/>
                <a:cs typeface="Arial"/>
              </a:rPr>
              <a:t>Sensor-noise model</a:t>
            </a:r>
            <a:endParaRPr sz="1575" b="1" i="0">
              <a:solidFill>
                <a:srgbClr val="C8180A"/>
              </a:solidFill>
              <a:latin typeface="Arial"/>
              <a:ea typeface="Arial"/>
              <a:cs typeface="Arial"/>
            </a:endParaRPr>
          </a:p>
        </p:txBody>
      </p:sp>
      <p:sp>
        <p:nvSpPr>
          <p:cNvPr id="25" name="矩形 24">
            <a:extLst xmlns:a="http://schemas.openxmlformats.org/drawingml/2006/main">
              <a:ext uri="{FF2B5EF4-FFF2-40B4-BE49-F238E27FC236}">
                <a16:creationId xmlns:a16="http://schemas.microsoft.com/office/drawing/2014/main" id="{90E01AA7-AF31-46E9-9EF3-9FE04AD8C4B4}"/>
              </a:ext>
            </a:extLst>
          </p:cNvPr>
          <p:cNvSpPr>
            <a:spLocks xmlns:a="http://schemas.openxmlformats.org/drawingml/2006/main" noGrp="1"/>
          </p:cNvSpPr>
          <p:nvPr/>
        </p:nvSpPr>
        <p:spPr>
          <a:xfrm xmlns:a="http://schemas.openxmlformats.org/drawingml/2006/main">
            <a:off x="619125" y="5638800"/>
            <a:ext cx="76200" cy="76200"/>
          </a:xfrm>
          <a:prstGeom xmlns:a="http://schemas.openxmlformats.org/drawingml/2006/main" prst="rect">
            <a:avLst/>
          </a:prstGeom>
          <a:solidFill xmlns:a="http://schemas.openxmlformats.org/drawingml/2006/main">
            <a:srgbClr val="075AA9"/>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6" name="矩形 25">
            <a:extLst xmlns:a="http://schemas.openxmlformats.org/drawingml/2006/main">
              <a:ext uri="{FF2B5EF4-FFF2-40B4-BE49-F238E27FC236}">
                <a16:creationId xmlns:a16="http://schemas.microsoft.com/office/drawing/2014/main" id="{422A9D74-BB22-45FD-876E-1CE7812983BD}"/>
              </a:ext>
            </a:extLst>
          </p:cNvPr>
          <p:cNvSpPr>
            <a:spLocks xmlns:a="http://schemas.openxmlformats.org/drawingml/2006/main" noGrp="1"/>
          </p:cNvSpPr>
          <p:nvPr/>
        </p:nvSpPr>
        <p:spPr>
          <a:xfrm xmlns:a="http://schemas.openxmlformats.org/drawingml/2006/main">
            <a:off x="800100" y="55435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921"/>
          </a:bodyPr>
          <a:lstStyle xmlns:a="http://schemas.openxmlformats.org/drawingml/2006/main"/>
          <a:p xmlns:a="http://schemas.openxmlformats.org/drawingml/2006/main">
            <a:pPr algn="l">
              <a:lnSpc>
                <a:spcPct val="100000"/>
              </a:lnSpc>
              <a:buNone/>
              <a:defRPr sz="1275" b="0" i="0">
                <a:solidFill>
                  <a:srgbClr val="111111"/>
                </a:solidFill>
                <a:latin typeface="Arial"/>
                <a:ea typeface="Arial"/>
                <a:cs typeface="Arial"/>
              </a:defRPr>
            </a:pPr>
            <a:r>
              <a:rPr sz="1275" b="0" i="0">
                <a:solidFill>
                  <a:srgbClr val="111111"/>
                </a:solidFill>
                <a:latin typeface="Arial"/>
                <a:ea typeface="Arial"/>
                <a:cs typeface="Arial"/>
              </a:rPr>
              <a:t>Fixed per-pixel threshold mismatch</a:t>
            </a:r>
            <a:endParaRPr sz="1275" b="0" i="0">
              <a:solidFill>
                <a:srgbClr val="111111"/>
              </a:solidFill>
              <a:latin typeface="Arial"/>
              <a:ea typeface="Arial"/>
              <a:cs typeface="Arial"/>
            </a:endParaRPr>
          </a:p>
        </p:txBody>
      </p:sp>
      <p:sp>
        <p:nvSpPr>
          <p:cNvPr id="27" name="矩形 26">
            <a:extLst xmlns:a="http://schemas.openxmlformats.org/drawingml/2006/main">
              <a:ext uri="{FF2B5EF4-FFF2-40B4-BE49-F238E27FC236}">
                <a16:creationId xmlns:a16="http://schemas.microsoft.com/office/drawing/2014/main" id="{96A114B6-3401-4728-9E8B-348EC324A168}"/>
              </a:ext>
            </a:extLst>
          </p:cNvPr>
          <p:cNvSpPr>
            <a:spLocks xmlns:a="http://schemas.openxmlformats.org/drawingml/2006/main" noGrp="1"/>
          </p:cNvSpPr>
          <p:nvPr/>
        </p:nvSpPr>
        <p:spPr>
          <a:xfrm xmlns:a="http://schemas.openxmlformats.org/drawingml/2006/main">
            <a:off x="3495675" y="5638800"/>
            <a:ext cx="76200" cy="76200"/>
          </a:xfrm>
          <a:prstGeom xmlns:a="http://schemas.openxmlformats.org/drawingml/2006/main" prst="rect">
            <a:avLst/>
          </a:prstGeom>
          <a:solidFill xmlns:a="http://schemas.openxmlformats.org/drawingml/2006/main">
            <a:srgbClr val="075AA9"/>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8" name="矩形 27">
            <a:extLst xmlns:a="http://schemas.openxmlformats.org/drawingml/2006/main">
              <a:ext uri="{FF2B5EF4-FFF2-40B4-BE49-F238E27FC236}">
                <a16:creationId xmlns:a16="http://schemas.microsoft.com/office/drawing/2014/main" id="{65507B99-F5AA-436D-80BA-4CA9D9743A88}"/>
              </a:ext>
            </a:extLst>
          </p:cNvPr>
          <p:cNvSpPr>
            <a:spLocks xmlns:a="http://schemas.openxmlformats.org/drawingml/2006/main" noGrp="1"/>
          </p:cNvSpPr>
          <p:nvPr/>
        </p:nvSpPr>
        <p:spPr>
          <a:xfrm xmlns:a="http://schemas.openxmlformats.org/drawingml/2006/main">
            <a:off x="3676650" y="55435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0000"/>
              </a:lnSpc>
              <a:buNone/>
              <a:defRPr sz="1275" b="0" i="0">
                <a:solidFill>
                  <a:srgbClr val="111111"/>
                </a:solidFill>
                <a:latin typeface="Arial"/>
                <a:ea typeface="Arial"/>
                <a:cs typeface="Arial"/>
              </a:defRPr>
            </a:pPr>
            <a:r>
              <a:rPr sz="1275" b="0" i="0">
                <a:solidFill>
                  <a:srgbClr val="111111"/>
                </a:solidFill>
                <a:latin typeface="Arial"/>
                <a:ea typeface="Arial"/>
                <a:cs typeface="Arial"/>
              </a:rPr>
              <a:t>Leak ON events</a:t>
            </a:r>
            <a:endParaRPr sz="1275" b="0" i="0">
              <a:solidFill>
                <a:srgbClr val="111111"/>
              </a:solidFill>
              <a:latin typeface="Arial"/>
              <a:ea typeface="Arial"/>
              <a:cs typeface="Arial"/>
            </a:endParaRPr>
          </a:p>
        </p:txBody>
      </p:sp>
      <p:sp>
        <p:nvSpPr>
          <p:cNvPr id="29" name="矩形 28">
            <a:extLst xmlns:a="http://schemas.openxmlformats.org/drawingml/2006/main">
              <a:ext uri="{FF2B5EF4-FFF2-40B4-BE49-F238E27FC236}">
                <a16:creationId xmlns:a16="http://schemas.microsoft.com/office/drawing/2014/main" id="{E33C58A6-F7F2-4AC3-BF46-426442136790}"/>
              </a:ext>
            </a:extLst>
          </p:cNvPr>
          <p:cNvSpPr>
            <a:spLocks xmlns:a="http://schemas.openxmlformats.org/drawingml/2006/main" noGrp="1"/>
          </p:cNvSpPr>
          <p:nvPr/>
        </p:nvSpPr>
        <p:spPr>
          <a:xfrm xmlns:a="http://schemas.openxmlformats.org/drawingml/2006/main">
            <a:off x="5648325" y="5638800"/>
            <a:ext cx="76200" cy="76200"/>
          </a:xfrm>
          <a:prstGeom xmlns:a="http://schemas.openxmlformats.org/drawingml/2006/main" prst="rect">
            <a:avLst/>
          </a:prstGeom>
          <a:solidFill xmlns:a="http://schemas.openxmlformats.org/drawingml/2006/main">
            <a:srgbClr val="075AA9"/>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0" name="矩形 29">
            <a:extLst xmlns:a="http://schemas.openxmlformats.org/drawingml/2006/main">
              <a:ext uri="{FF2B5EF4-FFF2-40B4-BE49-F238E27FC236}">
                <a16:creationId xmlns:a16="http://schemas.microsoft.com/office/drawing/2014/main" id="{48E86DF1-2589-464E-9ADE-5AEDD755CC03}"/>
              </a:ext>
            </a:extLst>
          </p:cNvPr>
          <p:cNvSpPr>
            <a:spLocks xmlns:a="http://schemas.openxmlformats.org/drawingml/2006/main" noGrp="1"/>
          </p:cNvSpPr>
          <p:nvPr/>
        </p:nvSpPr>
        <p:spPr>
          <a:xfrm xmlns:a="http://schemas.openxmlformats.org/drawingml/2006/main">
            <a:off x="5829300" y="55435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0000"/>
              </a:lnSpc>
              <a:buNone/>
              <a:defRPr sz="1275" b="0" i="0">
                <a:solidFill>
                  <a:srgbClr val="111111"/>
                </a:solidFill>
                <a:latin typeface="Arial"/>
                <a:ea typeface="Arial"/>
                <a:cs typeface="Arial"/>
              </a:defRPr>
            </a:pPr>
            <a:r>
              <a:rPr sz="1275" b="0" i="0">
                <a:solidFill>
                  <a:srgbClr val="111111"/>
                </a:solidFill>
                <a:latin typeface="Arial"/>
                <a:ea typeface="Arial"/>
                <a:cs typeface="Arial"/>
              </a:rPr>
              <a:t>Hot pixels</a:t>
            </a:r>
            <a:endParaRPr sz="1275" b="0" i="0">
              <a:solidFill>
                <a:srgbClr val="111111"/>
              </a:solidFill>
              <a:latin typeface="Arial"/>
              <a:ea typeface="Arial"/>
              <a:cs typeface="Arial"/>
            </a:endParaRPr>
          </a:p>
        </p:txBody>
      </p:sp>
      <p:sp>
        <p:nvSpPr>
          <p:cNvPr id="31" name="矩形 30">
            <a:extLst xmlns:a="http://schemas.openxmlformats.org/drawingml/2006/main">
              <a:ext uri="{FF2B5EF4-FFF2-40B4-BE49-F238E27FC236}">
                <a16:creationId xmlns:a16="http://schemas.microsoft.com/office/drawing/2014/main" id="{B4307F42-883D-4EF9-8D3A-ECF777054CC8}"/>
              </a:ext>
            </a:extLst>
          </p:cNvPr>
          <p:cNvSpPr>
            <a:spLocks xmlns:a="http://schemas.openxmlformats.org/drawingml/2006/main" noGrp="1"/>
          </p:cNvSpPr>
          <p:nvPr/>
        </p:nvSpPr>
        <p:spPr>
          <a:xfrm xmlns:a="http://schemas.openxmlformats.org/drawingml/2006/main">
            <a:off x="7191375" y="5638800"/>
            <a:ext cx="76200" cy="76200"/>
          </a:xfrm>
          <a:prstGeom xmlns:a="http://schemas.openxmlformats.org/drawingml/2006/main" prst="rect">
            <a:avLst/>
          </a:prstGeom>
          <a:solidFill xmlns:a="http://schemas.openxmlformats.org/drawingml/2006/main">
            <a:srgbClr val="075AA9"/>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2" name="矩形 31">
            <a:extLst xmlns:a="http://schemas.openxmlformats.org/drawingml/2006/main">
              <a:ext uri="{FF2B5EF4-FFF2-40B4-BE49-F238E27FC236}">
                <a16:creationId xmlns:a16="http://schemas.microsoft.com/office/drawing/2014/main" id="{21A01B89-05C9-427C-9D74-54542A26995C}"/>
              </a:ext>
            </a:extLst>
          </p:cNvPr>
          <p:cNvSpPr>
            <a:spLocks xmlns:a="http://schemas.openxmlformats.org/drawingml/2006/main" noGrp="1"/>
          </p:cNvSpPr>
          <p:nvPr/>
        </p:nvSpPr>
        <p:spPr>
          <a:xfrm xmlns:a="http://schemas.openxmlformats.org/drawingml/2006/main">
            <a:off x="7372350" y="55435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8450" lnSpcReduction="10000"/>
          </a:bodyPr>
          <a:lstStyle xmlns:a="http://schemas.openxmlformats.org/drawingml/2006/main"/>
          <a:p xmlns:a="http://schemas.openxmlformats.org/drawingml/2006/main">
            <a:pPr algn="l">
              <a:lnSpc>
                <a:spcPct val="100000"/>
              </a:lnSpc>
              <a:buNone/>
              <a:defRPr sz="1275" b="0" i="0">
                <a:solidFill>
                  <a:srgbClr val="111111"/>
                </a:solidFill>
                <a:latin typeface="Arial"/>
                <a:ea typeface="Arial"/>
                <a:cs typeface="Arial"/>
              </a:defRPr>
            </a:pPr>
            <a:r>
              <a:rPr sz="1275" b="0" i="0">
                <a:solidFill>
                  <a:srgbClr val="111111"/>
                </a:solidFill>
                <a:latin typeface="Arial"/>
                <a:ea typeface="Arial"/>
                <a:cs typeface="Arial"/>
              </a:rPr>
              <a:t>Seeded and reproducible</a:t>
            </a:r>
            <a:endParaRPr sz="1275" b="0" i="0">
              <a:solidFill>
                <a:srgbClr val="111111"/>
              </a:solidFill>
              <a:latin typeface="Arial"/>
              <a:ea typeface="Arial"/>
              <a:cs typeface="Arial"/>
            </a:endParaRPr>
          </a:p>
        </p:txBody>
      </p:sp>
      <p:sp>
        <p:nvSpPr>
          <p:cNvPr id="33" name="矩形 32">
            <a:extLst xmlns:a="http://schemas.openxmlformats.org/drawingml/2006/main">
              <a:ext uri="{FF2B5EF4-FFF2-40B4-BE49-F238E27FC236}">
                <a16:creationId xmlns:a16="http://schemas.microsoft.com/office/drawing/2014/main" id="{F889B6C6-E52C-43BC-970D-F2E4306F3B22}"/>
              </a:ext>
            </a:extLst>
          </p:cNvPr>
          <p:cNvSpPr>
            <a:spLocks xmlns:a="http://schemas.openxmlformats.org/drawingml/2006/main" noGrp="1"/>
          </p:cNvSpPr>
          <p:nvPr/>
        </p:nvSpPr>
        <p:spPr>
          <a:xfrm xmlns:a="http://schemas.openxmlformats.org/drawingml/2006/main">
            <a:off x="1714500" y="6038850"/>
            <a:ext cx="571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rmAutofit/>
          </a:bodyPr>
          <a:lstStyle xmlns:a="http://schemas.openxmlformats.org/drawingml/2006/main"/>
          <a:p xmlns:a="http://schemas.openxmlformats.org/drawingml/2006/main">
            <a:pPr algn="ctr">
              <a:lnSpc>
                <a:spcPct val="100000"/>
              </a:lnSpc>
              <a:buNone/>
              <a:defRPr sz="1500" b="1" i="0">
                <a:solidFill>
                  <a:srgbClr val="C8180A"/>
                </a:solidFill>
                <a:latin typeface="Arial"/>
                <a:ea typeface="Arial"/>
                <a:cs typeface="Arial"/>
              </a:defRPr>
            </a:pPr>
            <a:r>
              <a:rPr sz="1500" b="1" i="0">
                <a:solidFill>
                  <a:srgbClr val="C8180A"/>
                </a:solidFill>
                <a:latin typeface="Arial"/>
                <a:ea typeface="Arial"/>
                <a:cs typeface="Arial"/>
              </a:rPr>
              <a:t>No microsecond-by-microsecond scan is required.</a:t>
            </a:r>
            <a:endParaRPr sz="1500" b="1" i="0">
              <a:solidFill>
                <a:srgbClr val="C8180A"/>
              </a:solidFill>
              <a:latin typeface="Arial"/>
              <a:ea typeface="Arial"/>
              <a:cs typeface="Arial"/>
            </a:endParaRPr>
          </a:p>
        </p:txBody>
      </p:sp>
      <p:sp>
        <p:nvSpPr>
          <p:cNvPr id="34" name="footer-left">
            <a:extLst xmlns:a="http://schemas.openxmlformats.org/drawingml/2006/main">
              <a:ext uri="{FF2B5EF4-FFF2-40B4-BE49-F238E27FC236}">
                <a16:creationId xmlns:a16="http://schemas.microsoft.com/office/drawing/2014/main" id="{47F663FC-FBBE-4B85-9BF9-EED46ABCEFC0}"/>
              </a:ext>
            </a:extLst>
          </p:cNvPr>
          <p:cNvSpPr>
            <a:spLocks xmlns:a="http://schemas.openxmlformats.org/drawingml/2006/main" noGrp="1"/>
          </p:cNvSpPr>
          <p:nvPr/>
        </p:nvSpPr>
        <p:spPr>
          <a:xfrm xmlns:a="http://schemas.openxmlformats.org/drawingml/2006/main">
            <a:off x="0" y="6629400"/>
            <a:ext cx="3048000" cy="228600"/>
          </a:xfrm>
          <a:prstGeom xmlns:a="http://schemas.openxmlformats.org/drawingml/2006/main" prst="rect">
            <a:avLst/>
          </a:prstGeom>
          <a:solidFill xmlns:a="http://schemas.openxmlformats.org/drawingml/2006/main">
            <a:srgbClr val="C4C5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5" name="footer-center">
            <a:extLst xmlns:a="http://schemas.openxmlformats.org/drawingml/2006/main">
              <a:ext uri="{FF2B5EF4-FFF2-40B4-BE49-F238E27FC236}">
                <a16:creationId xmlns:a16="http://schemas.microsoft.com/office/drawing/2014/main" id="{3291C245-9EF8-48EF-8886-1F6D4FA2D6FA}"/>
              </a:ext>
            </a:extLst>
          </p:cNvPr>
          <p:cNvSpPr>
            <a:spLocks xmlns:a="http://schemas.openxmlformats.org/drawingml/2006/main" noGrp="1"/>
          </p:cNvSpPr>
          <p:nvPr/>
        </p:nvSpPr>
        <p:spPr>
          <a:xfrm xmlns:a="http://schemas.openxmlformats.org/drawingml/2006/main">
            <a:off x="3048000" y="6629400"/>
            <a:ext cx="3048000" cy="228600"/>
          </a:xfrm>
          <a:prstGeom xmlns:a="http://schemas.openxmlformats.org/drawingml/2006/main" prst="rect">
            <a:avLst/>
          </a:prstGeom>
          <a:solidFill xmlns:a="http://schemas.openxmlformats.org/drawingml/2006/main">
            <a:srgbClr val="B8BBD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6" name="footer-right">
            <a:extLst xmlns:a="http://schemas.openxmlformats.org/drawingml/2006/main">
              <a:ext uri="{FF2B5EF4-FFF2-40B4-BE49-F238E27FC236}">
                <a16:creationId xmlns:a16="http://schemas.microsoft.com/office/drawing/2014/main" id="{7F8F2CD1-8495-4737-9F9C-447B1C550B03}"/>
              </a:ext>
            </a:extLst>
          </p:cNvPr>
          <p:cNvSpPr>
            <a:spLocks xmlns:a="http://schemas.openxmlformats.org/drawingml/2006/main" noGrp="1"/>
          </p:cNvSpPr>
          <p:nvPr/>
        </p:nvSpPr>
        <p:spPr>
          <a:xfrm xmlns:a="http://schemas.openxmlformats.org/drawingml/2006/main">
            <a:off x="6096000" y="6629400"/>
            <a:ext cx="2476500" cy="228600"/>
          </a:xfrm>
          <a:prstGeom xmlns:a="http://schemas.openxmlformats.org/drawingml/2006/main" prst="rect">
            <a:avLst/>
          </a:prstGeom>
          <a:solidFill xmlns:a="http://schemas.openxmlformats.org/drawingml/2006/main">
            <a:srgbClr val="C4C5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7" name="footer-page">
            <a:extLst xmlns:a="http://schemas.openxmlformats.org/drawingml/2006/main">
              <a:ext uri="{FF2B5EF4-FFF2-40B4-BE49-F238E27FC236}">
                <a16:creationId xmlns:a16="http://schemas.microsoft.com/office/drawing/2014/main" id="{D37BF956-1AC4-4C13-AEFF-FB7CFFDE8B39}"/>
              </a:ext>
            </a:extLst>
          </p:cNvPr>
          <p:cNvSpPr>
            <a:spLocks xmlns:a="http://schemas.openxmlformats.org/drawingml/2006/main" noGrp="1"/>
          </p:cNvSpPr>
          <p:nvPr/>
        </p:nvSpPr>
        <p:spPr>
          <a:xfrm xmlns:a="http://schemas.openxmlformats.org/drawingml/2006/main">
            <a:off x="8572500" y="6629400"/>
            <a:ext cx="571500" cy="228600"/>
          </a:xfrm>
          <a:prstGeom xmlns:a="http://schemas.openxmlformats.org/drawingml/2006/main" prst="rect">
            <a:avLst/>
          </a:prstGeom>
          <a:solidFill xmlns:a="http://schemas.openxmlformats.org/drawingml/2006/main">
            <a:srgbClr val="B8BBD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9" name="矩形 38">
            <a:extLst xmlns:a="http://schemas.openxmlformats.org/drawingml/2006/main">
              <a:ext uri="{FF2B5EF4-FFF2-40B4-BE49-F238E27FC236}">
                <a16:creationId xmlns:a16="http://schemas.microsoft.com/office/drawing/2014/main" id="{5E28BA6D-0516-4096-A1F8-90139C996190}"/>
              </a:ext>
            </a:extLst>
          </p:cNvPr>
          <p:cNvSpPr>
            <a:spLocks xmlns:a="http://schemas.openxmlformats.org/drawingml/2006/main" noGrp="1"/>
          </p:cNvSpPr>
          <p:nvPr/>
        </p:nvSpPr>
        <p:spPr>
          <a:xfrm xmlns:a="http://schemas.openxmlformats.org/drawingml/2006/main">
            <a:off x="3810000" y="66294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EE5110/EE6110</a:t>
            </a:r>
            <a:endParaRPr sz="1050" b="0" i="0">
              <a:solidFill>
                <a:srgbClr val="242424"/>
              </a:solidFill>
              <a:latin typeface="Arial"/>
              <a:ea typeface="Arial"/>
              <a:cs typeface="Arial"/>
            </a:endParaRPr>
          </a:p>
        </p:txBody>
      </p:sp>
      <p:sp>
        <p:nvSpPr>
          <p:cNvPr id="40" name="矩形 39">
            <a:extLst xmlns:a="http://schemas.openxmlformats.org/drawingml/2006/main">
              <a:ext uri="{FF2B5EF4-FFF2-40B4-BE49-F238E27FC236}">
                <a16:creationId xmlns:a16="http://schemas.microsoft.com/office/drawing/2014/main" id="{D9840B7F-97AA-490D-AADD-67CAB95D911A}"/>
              </a:ext>
            </a:extLst>
          </p:cNvPr>
          <p:cNvSpPr>
            <a:spLocks xmlns:a="http://schemas.openxmlformats.org/drawingml/2006/main" noGrp="1"/>
          </p:cNvSpPr>
          <p:nvPr/>
        </p:nvSpPr>
        <p:spPr>
          <a:xfrm xmlns:a="http://schemas.openxmlformats.org/drawingml/2006/main">
            <a:off x="6572250" y="66294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975" b="0" i="0">
                <a:solidFill>
                  <a:srgbClr val="242424"/>
                </a:solidFill>
                <a:latin typeface="Arial"/>
                <a:ea typeface="Arial"/>
                <a:cs typeface="Arial"/>
              </a:defRPr>
            </a:pPr>
            <a:r>
              <a:rPr sz="975" b="0" i="0">
                <a:solidFill>
                  <a:srgbClr val="242424"/>
                </a:solidFill>
                <a:latin typeface="Arial"/>
                <a:ea typeface="Arial"/>
                <a:cs typeface="Arial"/>
              </a:rPr>
              <a:t>Event Camera Simulator</a:t>
            </a:r>
            <a:endParaRPr sz="975" b="0" i="0">
              <a:solidFill>
                <a:srgbClr val="242424"/>
              </a:solidFill>
              <a:latin typeface="Arial"/>
              <a:ea typeface="Arial"/>
              <a:cs typeface="Arial"/>
            </a:endParaRPr>
          </a:p>
        </p:txBody>
      </p:sp>
      <p:sp>
        <p:nvSpPr>
          <p:cNvPr id="41" name="矩形 40">
            <a:extLst xmlns:a="http://schemas.openxmlformats.org/drawingml/2006/main">
              <a:ext uri="{FF2B5EF4-FFF2-40B4-BE49-F238E27FC236}">
                <a16:creationId xmlns:a16="http://schemas.microsoft.com/office/drawing/2014/main" id="{D984BAED-D894-4E86-8C77-974029EBECE5}"/>
              </a:ext>
            </a:extLst>
          </p:cNvPr>
          <p:cNvSpPr>
            <a:spLocks xmlns:a="http://schemas.openxmlformats.org/drawingml/2006/main" noGrp="1"/>
          </p:cNvSpPr>
          <p:nvPr/>
        </p:nvSpPr>
        <p:spPr>
          <a:xfrm xmlns:a="http://schemas.openxmlformats.org/drawingml/2006/main">
            <a:off x="8677275" y="66294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7</a:t>
            </a:r>
            <a:endParaRPr sz="1050" b="0" i="0">
              <a:solidFill>
                <a:srgbClr val="242424"/>
              </a:solidFill>
              <a:latin typeface="Arial"/>
              <a:ea typeface="Arial"/>
              <a:cs typeface="Arial"/>
            </a:endParaRPr>
          </a:p>
        </p:txBody>
      </p:sp>
      <p:sp>
        <p:nvSpPr>
          <p:cNvPr id="14" name="矩形 13">
            <a:extLst xmlns:a="http://schemas.openxmlformats.org/drawingml/2006/main">
              <a:ext uri="{FF2B5EF4-FFF2-40B4-BE49-F238E27FC236}">
                <a16:creationId xmlns:a16="http://schemas.microsoft.com/office/drawing/2014/main" id="{8CC6AEA1-3C4F-4CDC-85B4-10A91871F1DB}"/>
              </a:ext>
            </a:extLst>
          </p:cNvPr>
          <p:cNvSpPr>
            <a:spLocks xmlns:a="http://schemas.openxmlformats.org/drawingml/2006/main" noGrp="1"/>
          </p:cNvSpPr>
          <p:nvPr/>
        </p:nvSpPr>
        <p:spPr>
          <a:xfrm xmlns:a="http://schemas.openxmlformats.org/drawingml/2006/main">
            <a:off x="904875" y="66294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Group</a:t>
            </a:r>
            <a:r>
              <a:rPr sz="1050" b="0" i="0">
                <a:solidFill>
                  <a:srgbClr val="242424"/>
                </a:solidFill>
                <a:latin typeface="Arial"/>
                <a:ea typeface="Arial"/>
                <a:cs typeface="Arial"/>
              </a:rPr>
              <a:t> 1</a:t>
            </a:r>
            <a:r>
              <a:rPr sz="1050" b="0" i="0">
                <a:solidFill>
                  <a:srgbClr val="242424"/>
                </a:solidFill>
                <a:latin typeface="Arial"/>
                <a:ea typeface="Arial"/>
                <a:cs typeface="Arial"/>
              </a:rPr>
              <a:t>3</a:t>
            </a:r>
            <a:endParaRPr sz="1050" b="0" i="0">
              <a:solidFill>
                <a:srgbClr val="242424"/>
              </a:solidFill>
              <a:latin typeface="Arial"/>
              <a:ea typeface="Arial"/>
              <a:cs typeface="Arial"/>
            </a:endParaRPr>
          </a:p>
        </p:txBody>
      </p:sp>
    </p:spTree>
    <p:extLst>
      <p:ext uri="{BB962C8B-B14F-4D97-AF65-F5344CB8AC3E}">
        <p14:creationId xmlns:p14="http://schemas.microsoft.com/office/powerpoint/2010/main" val="137932473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title-band">
            <a:extLst xmlns:a="http://schemas.openxmlformats.org/drawingml/2006/main">
              <a:ext uri="{FF2B5EF4-FFF2-40B4-BE49-F238E27FC236}">
                <a16:creationId xmlns:a16="http://schemas.microsoft.com/office/drawing/2014/main" id="{C5B18D9C-FB18-446E-8983-E2BBAF9F6C5E}"/>
              </a:ext>
            </a:extLst>
          </p:cNvPr>
          <p:cNvSpPr>
            <a:spLocks xmlns:a="http://schemas.openxmlformats.org/drawingml/2006/main" noGrp="1"/>
          </p:cNvSpPr>
          <p:nvPr/>
        </p:nvSpPr>
        <p:spPr>
          <a:xfrm xmlns:a="http://schemas.openxmlformats.org/drawingml/2006/main">
            <a:off x="0" y="0"/>
            <a:ext cx="9144000" cy="838200"/>
          </a:xfrm>
          <a:prstGeom xmlns:a="http://schemas.openxmlformats.org/drawingml/2006/main" prst="rect">
            <a:avLst/>
          </a:prstGeom>
          <a:solidFill xmlns:a="http://schemas.openxmlformats.org/drawingml/2006/main">
            <a:srgbClr val="F0F0F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slide-title">
            <a:extLst xmlns:a="http://schemas.openxmlformats.org/drawingml/2006/main">
              <a:ext uri="{FF2B5EF4-FFF2-40B4-BE49-F238E27FC236}">
                <a16:creationId xmlns:a16="http://schemas.microsoft.com/office/drawing/2014/main" id="{9CA457BE-9016-4FF0-81F5-4A2ECA36867D}"/>
              </a:ext>
            </a:extLst>
          </p:cNvPr>
          <p:cNvSpPr>
            <a:spLocks xmlns:a="http://schemas.openxmlformats.org/drawingml/2006/main" noGrp="1"/>
          </p:cNvSpPr>
          <p:nvPr/>
        </p:nvSpPr>
        <p:spPr>
          <a:xfrm xmlns:a="http://schemas.openxmlformats.org/drawingml/2006/main">
            <a:off x="323850" y="133350"/>
            <a:ext cx="7048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2550" b="0" i="0">
                <a:solidFill>
                  <a:srgbClr val="074B82"/>
                </a:solidFill>
                <a:latin typeface="Arial"/>
                <a:ea typeface="Arial"/>
                <a:cs typeface="Arial"/>
              </a:defRPr>
            </a:pPr>
            <a:r>
              <a:rPr sz="2550" b="0" i="0">
                <a:solidFill>
                  <a:srgbClr val="074B82"/>
                </a:solidFill>
                <a:latin typeface="Arial"/>
                <a:ea typeface="Arial"/>
                <a:cs typeface="Arial"/>
              </a:rPr>
              <a:t>Algorithm Verification</a:t>
            </a:r>
            <a:endParaRPr sz="2550" b="0" i="0">
              <a:solidFill>
                <a:srgbClr val="074B82"/>
              </a:solidFill>
              <a:latin typeface="Arial"/>
              <a:ea typeface="Arial"/>
              <a:cs typeface="Arial"/>
            </a:endParaRPr>
          </a:p>
        </p:txBody>
      </p:sp>
      <p:sp>
        <p:nvSpPr>
          <p:cNvPr id="3" name="test-pass-banner">
            <a:extLst xmlns:a="http://schemas.openxmlformats.org/drawingml/2006/main">
              <a:ext uri="{FF2B5EF4-FFF2-40B4-BE49-F238E27FC236}">
                <a16:creationId xmlns:a16="http://schemas.microsoft.com/office/drawing/2014/main" id="{9E179813-3042-4359-A399-613B5EDBEDEE}"/>
              </a:ext>
            </a:extLst>
          </p:cNvPr>
          <p:cNvSpPr>
            <a:spLocks xmlns:a="http://schemas.openxmlformats.org/drawingml/2006/main" noGrp="1"/>
          </p:cNvSpPr>
          <p:nvPr/>
        </p:nvSpPr>
        <p:spPr>
          <a:xfrm xmlns:a="http://schemas.openxmlformats.org/drawingml/2006/main">
            <a:off x="5372100" y="1000125"/>
            <a:ext cx="3333750" cy="381000"/>
          </a:xfrm>
          <a:prstGeom xmlns:a="http://schemas.openxmlformats.org/drawingml/2006/main" prst="rect">
            <a:avLst/>
          </a:prstGeom>
          <a:solidFill xmlns:a="http://schemas.openxmlformats.org/drawingml/2006/main">
            <a:srgbClr val="639B64"/>
          </a:solidFill>
          <a:ln xmlns:a="http://schemas.openxmlformats.org/drawingml/2006/main" w="9525">
            <a:solidFill>
              <a:srgbClr val="477C49"/>
            </a:solidFill>
            <a:prstDash val="solid"/>
          </a:ln>
        </p:spPr>
        <p:txBody>
          <a:bodyPr xmlns:a="http://schemas.openxmlformats.org/drawingml/2006/main" wrap="square" lIns="38100" tIns="19050" rIns="38100" bIns="19050" anchor="ctr">
            <a:normAutofit/>
          </a:bodyPr>
          <a:lstStyle xmlns:a="http://schemas.openxmlformats.org/drawingml/2006/main"/>
          <a:p xmlns:a="http://schemas.openxmlformats.org/drawingml/2006/main">
            <a:pPr algn="ctr">
              <a:lnSpc>
                <a:spcPct val="100000"/>
              </a:lnSpc>
              <a:buNone/>
              <a:defRPr sz="1725" b="1" i="0">
                <a:solidFill>
                  <a:srgbClr val="FFFFFF"/>
                </a:solidFill>
                <a:latin typeface="Arial"/>
                <a:ea typeface="Arial"/>
                <a:cs typeface="Arial"/>
              </a:defRPr>
            </a:pPr>
            <a:r>
              <a:rPr sz="1725" b="1" i="0">
                <a:solidFill>
                  <a:srgbClr val="FFFFFF"/>
                </a:solidFill>
                <a:latin typeface="Arial"/>
                <a:ea typeface="Arial"/>
                <a:cs typeface="Arial"/>
              </a:rPr>
              <a:t>21 algorithm tests passed</a:t>
            </a:r>
            <a:endParaRPr sz="1725" b="1" i="0">
              <a:solidFill>
                <a:srgbClr val="FFFFFF"/>
              </a:solidFill>
              <a:latin typeface="Arial"/>
              <a:ea typeface="Arial"/>
              <a:cs typeface="Arial"/>
            </a:endParaRPr>
          </a:p>
        </p:txBody>
      </p:sp>
      <p:sp>
        <p:nvSpPr>
          <p:cNvPr id="4" name="矩形 3">
            <a:extLst xmlns:a="http://schemas.openxmlformats.org/drawingml/2006/main">
              <a:ext uri="{FF2B5EF4-FFF2-40B4-BE49-F238E27FC236}">
                <a16:creationId xmlns:a16="http://schemas.microsoft.com/office/drawing/2014/main" id="{7F5E2F3B-FA1E-47E9-927D-8AB3E94A3CD0}"/>
              </a:ext>
            </a:extLst>
          </p:cNvPr>
          <p:cNvSpPr>
            <a:spLocks xmlns:a="http://schemas.openxmlformats.org/drawingml/2006/main" noGrp="1"/>
          </p:cNvSpPr>
          <p:nvPr/>
        </p:nvSpPr>
        <p:spPr>
          <a:xfrm xmlns:a="http://schemas.openxmlformats.org/drawingml/2006/main">
            <a:off x="419100" y="99060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rmAutofit/>
          </a:bodyPr>
          <a:lstStyle xmlns:a="http://schemas.openxmlformats.org/drawingml/2006/main"/>
          <a:p xmlns:a="http://schemas.openxmlformats.org/drawingml/2006/main">
            <a:pPr algn="l">
              <a:lnSpc>
                <a:spcPct val="100000"/>
              </a:lnSpc>
              <a:buNone/>
              <a:defRPr sz="1875" b="1" i="0">
                <a:solidFill>
                  <a:srgbClr val="C8180A"/>
                </a:solidFill>
                <a:latin typeface="Arial"/>
                <a:ea typeface="Arial"/>
                <a:cs typeface="Arial"/>
              </a:defRPr>
            </a:pPr>
            <a:r>
              <a:rPr sz="1875" b="1" i="0">
                <a:solidFill>
                  <a:srgbClr val="C8180A"/>
                </a:solidFill>
                <a:latin typeface="Arial"/>
                <a:ea typeface="Arial"/>
                <a:cs typeface="Arial"/>
              </a:rPr>
              <a:t>Test coverage</a:t>
            </a:r>
            <a:endParaRPr sz="1875" b="1" i="0">
              <a:solidFill>
                <a:srgbClr val="C8180A"/>
              </a:solidFill>
              <a:latin typeface="Arial"/>
              <a:ea typeface="Arial"/>
              <a:cs typeface="Arial"/>
            </a:endParaRPr>
          </a:p>
        </p:txBody>
      </p:sp>
      <p:graphicFrame>
        <p:nvGraphicFramePr>
          <p:cNvPr id="28" name="表格 27"/>
          <p:cNvGraphicFramePr/>
          <p:nvPr/>
        </p:nvGraphicFramePr>
        <p:xfrm>
          <a:off xmlns:a="http://schemas.openxmlformats.org/drawingml/2006/main" x="419100" y="1504950"/>
          <a:ext xmlns:a="http://schemas.openxmlformats.org/drawingml/2006/main" cx="8305800" cy="2914650"/>
        </p:xfrm>
        <a:graphic xmlns:a="http://schemas.openxmlformats.org/drawingml/2006/main">
          <a:graphicData uri="http://schemas.openxmlformats.org/drawingml/2006/table">
            <a:tbl>
              <a:tblPr/>
              <a:tblGrid>
                <a:gridCol w="2190750"/>
                <a:gridCol w="4476750"/>
                <a:gridCol w="1638300"/>
              </a:tblGrid>
              <a:tr h="438150">
                <a:tc>
                  <a:txBody>
                    <a:bodyPr/>
                    <a:lstStyle/>
                    <a:p>
                      <a:pPr algn="l">
                        <a:buNone/>
                      </a:pPr>
                      <a:r>
                        <a:rPr sz="1350" b="1">
                          <a:solidFill>
                            <a:srgbClr val="FFFFFF"/>
                          </a:solidFill>
                          <a:latin typeface="Arial"/>
                          <a:ea typeface="Arial"/>
                          <a:cs typeface="Arial"/>
                        </a:rPr>
                        <a:t>Scenario</a:t>
                      </a:r>
                      <a:endParaRPr sz="1350" b="1">
                        <a:solidFill>
                          <a:srgbClr val="FFFFFF"/>
                        </a:solidFill>
                        <a:latin typeface="Arial"/>
                        <a:ea typeface="Arial"/>
                        <a:cs typeface="Arial"/>
                      </a:endParaRPr>
                    </a:p>
                  </a:txBody>
                  <a:tcPr marL="85725" marR="66675" marT="38100" marB="38100" anchor="ctr">
                    <a:solidFill>
                      <a:srgbClr val="074B82"/>
                    </a:solidFill>
                  </a:tcPr>
                </a:tc>
                <a:tc>
                  <a:txBody>
                    <a:bodyPr/>
                    <a:lstStyle/>
                    <a:p>
                      <a:pPr algn="l">
                        <a:buNone/>
                      </a:pPr>
                      <a:r>
                        <a:rPr sz="1350" b="1">
                          <a:solidFill>
                            <a:srgbClr val="FFFFFF"/>
                          </a:solidFill>
                          <a:latin typeface="Arial"/>
                          <a:ea typeface="Arial"/>
                          <a:cs typeface="Arial"/>
                        </a:rPr>
                        <a:t>Expected behavior</a:t>
                      </a:r>
                      <a:endParaRPr sz="1350" b="1">
                        <a:solidFill>
                          <a:srgbClr val="FFFFFF"/>
                        </a:solidFill>
                        <a:latin typeface="Arial"/>
                        <a:ea typeface="Arial"/>
                        <a:cs typeface="Arial"/>
                      </a:endParaRPr>
                    </a:p>
                  </a:txBody>
                  <a:tcPr marL="85725" marR="66675" marT="38100" marB="38100" anchor="ctr">
                    <a:solidFill>
                      <a:srgbClr val="074B82"/>
                    </a:solidFill>
                  </a:tcPr>
                </a:tc>
                <a:tc>
                  <a:txBody>
                    <a:bodyPr/>
                    <a:lstStyle/>
                    <a:p>
                      <a:pPr algn="ctr">
                        <a:buNone/>
                      </a:pPr>
                      <a:r>
                        <a:rPr sz="1350" b="1">
                          <a:solidFill>
                            <a:srgbClr val="FFFFFF"/>
                          </a:solidFill>
                          <a:latin typeface="Arial"/>
                          <a:ea typeface="Arial"/>
                          <a:cs typeface="Arial"/>
                        </a:rPr>
                        <a:t>Result</a:t>
                      </a:r>
                      <a:endParaRPr sz="1350" b="1">
                        <a:solidFill>
                          <a:srgbClr val="FFFFFF"/>
                        </a:solidFill>
                        <a:latin typeface="Arial"/>
                        <a:ea typeface="Arial"/>
                        <a:cs typeface="Arial"/>
                      </a:endParaRPr>
                    </a:p>
                  </a:txBody>
                  <a:tcPr marL="85725" marR="66675" marT="38100" marB="38100" anchor="ctr">
                    <a:solidFill>
                      <a:srgbClr val="074B82"/>
                    </a:solidFill>
                  </a:tcPr>
                </a:tc>
              </a:tr>
              <a:tr h="495300">
                <a:tc>
                  <a:txBody>
                    <a:bodyPr/>
                    <a:lstStyle/>
                    <a:p>
                      <a:pPr algn="l">
                        <a:buNone/>
                      </a:pPr>
                      <a:r>
                        <a:rPr sz="1275" b="0">
                          <a:solidFill>
                            <a:srgbClr val="111111"/>
                          </a:solidFill>
                          <a:latin typeface="Arial"/>
                          <a:ea typeface="Arial"/>
                          <a:cs typeface="Arial"/>
                        </a:rPr>
                        <a:t>Constant intensity</a:t>
                      </a:r>
                      <a:endParaRPr sz="1275" b="0">
                        <a:solidFill>
                          <a:srgbClr val="111111"/>
                        </a:solidFill>
                        <a:latin typeface="Arial"/>
                        <a:ea typeface="Arial"/>
                        <a:cs typeface="Arial"/>
                      </a:endParaRPr>
                    </a:p>
                  </a:txBody>
                  <a:tcPr marL="85725" marR="66675" marT="38100" marB="38100" anchor="ctr">
                    <a:solidFill>
                      <a:srgbClr val="FFFFFF"/>
                    </a:solidFill>
                  </a:tcPr>
                </a:tc>
                <a:tc>
                  <a:txBody>
                    <a:bodyPr/>
                    <a:lstStyle/>
                    <a:p>
                      <a:pPr algn="l">
                        <a:buNone/>
                      </a:pPr>
                      <a:r>
                        <a:rPr sz="1275" b="0">
                          <a:solidFill>
                            <a:srgbClr val="111111"/>
                          </a:solidFill>
                          <a:latin typeface="Arial"/>
                          <a:ea typeface="Arial"/>
                          <a:cs typeface="Arial"/>
                        </a:rPr>
                        <a:t>Zero ideal events</a:t>
                      </a:r>
                      <a:endParaRPr sz="1275" b="0">
                        <a:solidFill>
                          <a:srgbClr val="111111"/>
                        </a:solidFill>
                        <a:latin typeface="Arial"/>
                        <a:ea typeface="Arial"/>
                        <a:cs typeface="Arial"/>
                      </a:endParaRPr>
                    </a:p>
                  </a:txBody>
                  <a:tcPr marL="85725" marR="66675" marT="38100" marB="38100" anchor="ctr">
                    <a:solidFill>
                      <a:srgbClr val="FFFFFF"/>
                    </a:solidFill>
                  </a:tcPr>
                </a:tc>
                <a:tc>
                  <a:txBody>
                    <a:bodyPr/>
                    <a:lstStyle/>
                    <a:p>
                      <a:pPr algn="ctr">
                        <a:buNone/>
                      </a:pPr>
                      <a:r>
                        <a:rPr sz="1275" b="1">
                          <a:solidFill>
                            <a:srgbClr val="2F7134"/>
                          </a:solidFill>
                          <a:latin typeface="Arial"/>
                          <a:ea typeface="Arial"/>
                          <a:cs typeface="Arial"/>
                        </a:rPr>
                        <a:t>Passed</a:t>
                      </a:r>
                      <a:endParaRPr sz="1275" b="1">
                        <a:solidFill>
                          <a:srgbClr val="2F7134"/>
                        </a:solidFill>
                        <a:latin typeface="Arial"/>
                        <a:ea typeface="Arial"/>
                        <a:cs typeface="Arial"/>
                      </a:endParaRPr>
                    </a:p>
                  </a:txBody>
                  <a:tcPr marL="85725" marR="66675" marT="38100" marB="38100" anchor="ctr">
                    <a:solidFill>
                      <a:srgbClr val="FFFFFF"/>
                    </a:solidFill>
                  </a:tcPr>
                </a:tc>
              </a:tr>
              <a:tr h="495300">
                <a:tc>
                  <a:txBody>
                    <a:bodyPr/>
                    <a:lstStyle/>
                    <a:p>
                      <a:pPr algn="l">
                        <a:buNone/>
                      </a:pPr>
                      <a:r>
                        <a:rPr sz="1275" b="0">
                          <a:solidFill>
                            <a:srgbClr val="111111"/>
                          </a:solidFill>
                          <a:latin typeface="Arial"/>
                          <a:ea typeface="Arial"/>
                          <a:cs typeface="Arial"/>
                        </a:rPr>
                        <a:t>Bright / dark ramps</a:t>
                      </a:r>
                      <a:endParaRPr sz="1275" b="0">
                        <a:solidFill>
                          <a:srgbClr val="111111"/>
                        </a:solidFill>
                        <a:latin typeface="Arial"/>
                        <a:ea typeface="Arial"/>
                        <a:cs typeface="Arial"/>
                      </a:endParaRPr>
                    </a:p>
                  </a:txBody>
                  <a:tcPr marL="85725" marR="66675" marT="38100" marB="38100" anchor="ctr">
                    <a:solidFill>
                      <a:srgbClr val="F2F5F8"/>
                    </a:solidFill>
                  </a:tcPr>
                </a:tc>
                <a:tc>
                  <a:txBody>
                    <a:bodyPr/>
                    <a:lstStyle/>
                    <a:p>
                      <a:pPr algn="l">
                        <a:buNone/>
                      </a:pPr>
                      <a:r>
                        <a:rPr sz="1275" b="0">
                          <a:solidFill>
                            <a:srgbClr val="111111"/>
                          </a:solidFill>
                          <a:latin typeface="Arial"/>
                          <a:ea typeface="Arial"/>
                          <a:cs typeface="Arial"/>
                        </a:rPr>
                        <a:t>Exact count, polarity and time</a:t>
                      </a:r>
                      <a:endParaRPr sz="1275" b="0">
                        <a:solidFill>
                          <a:srgbClr val="111111"/>
                        </a:solidFill>
                        <a:latin typeface="Arial"/>
                        <a:ea typeface="Arial"/>
                        <a:cs typeface="Arial"/>
                      </a:endParaRPr>
                    </a:p>
                  </a:txBody>
                  <a:tcPr marL="85725" marR="66675" marT="38100" marB="38100" anchor="ctr">
                    <a:solidFill>
                      <a:srgbClr val="F2F5F8"/>
                    </a:solidFill>
                  </a:tcPr>
                </a:tc>
                <a:tc>
                  <a:txBody>
                    <a:bodyPr/>
                    <a:lstStyle/>
                    <a:p>
                      <a:pPr algn="ctr">
                        <a:buNone/>
                      </a:pPr>
                      <a:r>
                        <a:rPr sz="1275" b="1">
                          <a:solidFill>
                            <a:srgbClr val="2F7134"/>
                          </a:solidFill>
                          <a:latin typeface="Arial"/>
                          <a:ea typeface="Arial"/>
                          <a:cs typeface="Arial"/>
                        </a:rPr>
                        <a:t>Passed</a:t>
                      </a:r>
                      <a:endParaRPr sz="1275" b="1">
                        <a:solidFill>
                          <a:srgbClr val="2F7134"/>
                        </a:solidFill>
                        <a:latin typeface="Arial"/>
                        <a:ea typeface="Arial"/>
                        <a:cs typeface="Arial"/>
                      </a:endParaRPr>
                    </a:p>
                  </a:txBody>
                  <a:tcPr marL="85725" marR="66675" marT="38100" marB="38100" anchor="ctr">
                    <a:solidFill>
                      <a:srgbClr val="F2F5F8"/>
                    </a:solidFill>
                  </a:tcPr>
                </a:tc>
              </a:tr>
              <a:tr h="495300">
                <a:tc>
                  <a:txBody>
                    <a:bodyPr/>
                    <a:lstStyle/>
                    <a:p>
                      <a:pPr algn="l">
                        <a:buNone/>
                      </a:pPr>
                      <a:r>
                        <a:rPr sz="1275" b="0">
                          <a:solidFill>
                            <a:srgbClr val="111111"/>
                          </a:solidFill>
                          <a:latin typeface="Arial"/>
                          <a:ea typeface="Arial"/>
                          <a:cs typeface="Arial"/>
                        </a:rPr>
                        <a:t>Multiple crossings</a:t>
                      </a:r>
                      <a:endParaRPr sz="1275" b="0">
                        <a:solidFill>
                          <a:srgbClr val="111111"/>
                        </a:solidFill>
                        <a:latin typeface="Arial"/>
                        <a:ea typeface="Arial"/>
                        <a:cs typeface="Arial"/>
                      </a:endParaRPr>
                    </a:p>
                  </a:txBody>
                  <a:tcPr marL="85725" marR="66675" marT="38100" marB="38100" anchor="ctr">
                    <a:solidFill>
                      <a:srgbClr val="FFFFFF"/>
                    </a:solidFill>
                  </a:tcPr>
                </a:tc>
                <a:tc>
                  <a:txBody>
                    <a:bodyPr/>
                    <a:lstStyle/>
                    <a:p>
                      <a:pPr algn="l">
                        <a:buNone/>
                      </a:pPr>
                      <a:r>
                        <a:rPr sz="1275" b="0">
                          <a:solidFill>
                            <a:srgbClr val="111111"/>
                          </a:solidFill>
                          <a:latin typeface="Arial"/>
                          <a:ea typeface="Arial"/>
                          <a:cs typeface="Arial"/>
                        </a:rPr>
                        <a:t>One event per threshold</a:t>
                      </a:r>
                      <a:endParaRPr sz="1275" b="0">
                        <a:solidFill>
                          <a:srgbClr val="111111"/>
                        </a:solidFill>
                        <a:latin typeface="Arial"/>
                        <a:ea typeface="Arial"/>
                        <a:cs typeface="Arial"/>
                      </a:endParaRPr>
                    </a:p>
                  </a:txBody>
                  <a:tcPr marL="85725" marR="66675" marT="38100" marB="38100" anchor="ctr">
                    <a:solidFill>
                      <a:srgbClr val="FFFFFF"/>
                    </a:solidFill>
                  </a:tcPr>
                </a:tc>
                <a:tc>
                  <a:txBody>
                    <a:bodyPr/>
                    <a:lstStyle/>
                    <a:p>
                      <a:pPr algn="ctr">
                        <a:buNone/>
                      </a:pPr>
                      <a:r>
                        <a:rPr sz="1275" b="1">
                          <a:solidFill>
                            <a:srgbClr val="2F7134"/>
                          </a:solidFill>
                          <a:latin typeface="Arial"/>
                          <a:ea typeface="Arial"/>
                          <a:cs typeface="Arial"/>
                        </a:rPr>
                        <a:t>Passed</a:t>
                      </a:r>
                      <a:endParaRPr sz="1275" b="1">
                        <a:solidFill>
                          <a:srgbClr val="2F7134"/>
                        </a:solidFill>
                        <a:latin typeface="Arial"/>
                        <a:ea typeface="Arial"/>
                        <a:cs typeface="Arial"/>
                      </a:endParaRPr>
                    </a:p>
                  </a:txBody>
                  <a:tcPr marL="85725" marR="66675" marT="38100" marB="38100" anchor="ctr">
                    <a:solidFill>
                      <a:srgbClr val="FFFFFF"/>
                    </a:solidFill>
                  </a:tcPr>
                </a:tc>
              </a:tr>
              <a:tr h="495300">
                <a:tc>
                  <a:txBody>
                    <a:bodyPr/>
                    <a:lstStyle/>
                    <a:p>
                      <a:pPr algn="l">
                        <a:buNone/>
                      </a:pPr>
                      <a:r>
                        <a:rPr sz="1275" b="0">
                          <a:solidFill>
                            <a:srgbClr val="111111"/>
                          </a:solidFill>
                          <a:latin typeface="Arial"/>
                          <a:ea typeface="Arial"/>
                          <a:cs typeface="Arial"/>
                        </a:rPr>
                        <a:t>Seeded noise</a:t>
                      </a:r>
                      <a:endParaRPr sz="1275" b="0">
                        <a:solidFill>
                          <a:srgbClr val="111111"/>
                        </a:solidFill>
                        <a:latin typeface="Arial"/>
                        <a:ea typeface="Arial"/>
                        <a:cs typeface="Arial"/>
                      </a:endParaRPr>
                    </a:p>
                  </a:txBody>
                  <a:tcPr marL="85725" marR="66675" marT="38100" marB="38100" anchor="ctr">
                    <a:solidFill>
                      <a:srgbClr val="F2F5F8"/>
                    </a:solidFill>
                  </a:tcPr>
                </a:tc>
                <a:tc>
                  <a:txBody>
                    <a:bodyPr/>
                    <a:lstStyle/>
                    <a:p>
                      <a:pPr algn="l">
                        <a:buNone/>
                      </a:pPr>
                      <a:r>
                        <a:rPr sz="1275" b="0">
                          <a:solidFill>
                            <a:srgbClr val="111111"/>
                          </a:solidFill>
                          <a:latin typeface="Arial"/>
                          <a:ea typeface="Arial"/>
                          <a:cs typeface="Arial"/>
                        </a:rPr>
                        <a:t>Repeated output is identical</a:t>
                      </a:r>
                      <a:endParaRPr sz="1275" b="0">
                        <a:solidFill>
                          <a:srgbClr val="111111"/>
                        </a:solidFill>
                        <a:latin typeface="Arial"/>
                        <a:ea typeface="Arial"/>
                        <a:cs typeface="Arial"/>
                      </a:endParaRPr>
                    </a:p>
                  </a:txBody>
                  <a:tcPr marL="85725" marR="66675" marT="38100" marB="38100" anchor="ctr">
                    <a:solidFill>
                      <a:srgbClr val="F2F5F8"/>
                    </a:solidFill>
                  </a:tcPr>
                </a:tc>
                <a:tc>
                  <a:txBody>
                    <a:bodyPr/>
                    <a:lstStyle/>
                    <a:p>
                      <a:pPr algn="ctr">
                        <a:buNone/>
                      </a:pPr>
                      <a:r>
                        <a:rPr sz="1275" b="1">
                          <a:solidFill>
                            <a:srgbClr val="2F7134"/>
                          </a:solidFill>
                          <a:latin typeface="Arial"/>
                          <a:ea typeface="Arial"/>
                          <a:cs typeface="Arial"/>
                        </a:rPr>
                        <a:t>Passed</a:t>
                      </a:r>
                      <a:endParaRPr sz="1275" b="1">
                        <a:solidFill>
                          <a:srgbClr val="2F7134"/>
                        </a:solidFill>
                        <a:latin typeface="Arial"/>
                        <a:ea typeface="Arial"/>
                        <a:cs typeface="Arial"/>
                      </a:endParaRPr>
                    </a:p>
                  </a:txBody>
                  <a:tcPr marL="85725" marR="66675" marT="38100" marB="38100" anchor="ctr">
                    <a:solidFill>
                      <a:srgbClr val="F2F5F8"/>
                    </a:solidFill>
                  </a:tcPr>
                </a:tc>
              </a:tr>
              <a:tr h="495300">
                <a:tc>
                  <a:txBody>
                    <a:bodyPr/>
                    <a:lstStyle/>
                    <a:p>
                      <a:pPr algn="l">
                        <a:buNone/>
                      </a:pPr>
                      <a:r>
                        <a:rPr sz="1275" b="0">
                          <a:solidFill>
                            <a:srgbClr val="111111"/>
                          </a:solidFill>
                          <a:latin typeface="Arial"/>
                          <a:ea typeface="Arial"/>
                          <a:cs typeface="Arial"/>
                        </a:rPr>
                        <a:t>Scalar vs array</a:t>
                      </a:r>
                      <a:endParaRPr sz="1275" b="0">
                        <a:solidFill>
                          <a:srgbClr val="111111"/>
                        </a:solidFill>
                        <a:latin typeface="Arial"/>
                        <a:ea typeface="Arial"/>
                        <a:cs typeface="Arial"/>
                      </a:endParaRPr>
                    </a:p>
                  </a:txBody>
                  <a:tcPr marL="85725" marR="66675" marT="38100" marB="38100" anchor="ctr">
                    <a:solidFill>
                      <a:srgbClr val="FFFFFF"/>
                    </a:solidFill>
                  </a:tcPr>
                </a:tc>
                <a:tc>
                  <a:txBody>
                    <a:bodyPr/>
                    <a:lstStyle/>
                    <a:p>
                      <a:pPr algn="l">
                        <a:buNone/>
                      </a:pPr>
                      <a:r>
                        <a:rPr sz="1275" b="0">
                          <a:solidFill>
                            <a:srgbClr val="111111"/>
                          </a:solidFill>
                          <a:latin typeface="Arial"/>
                          <a:ea typeface="Arial"/>
                          <a:cs typeface="Arial"/>
                        </a:rPr>
                        <a:t>Events and reference match</a:t>
                      </a:r>
                      <a:endParaRPr sz="1275" b="0">
                        <a:solidFill>
                          <a:srgbClr val="111111"/>
                        </a:solidFill>
                        <a:latin typeface="Arial"/>
                        <a:ea typeface="Arial"/>
                        <a:cs typeface="Arial"/>
                      </a:endParaRPr>
                    </a:p>
                  </a:txBody>
                  <a:tcPr marL="85725" marR="66675" marT="38100" marB="38100" anchor="ctr">
                    <a:solidFill>
                      <a:srgbClr val="FFFFFF"/>
                    </a:solidFill>
                  </a:tcPr>
                </a:tc>
                <a:tc>
                  <a:txBody>
                    <a:bodyPr/>
                    <a:lstStyle/>
                    <a:p>
                      <a:pPr algn="ctr">
                        <a:buNone/>
                      </a:pPr>
                      <a:r>
                        <a:rPr sz="1275" b="1">
                          <a:solidFill>
                            <a:srgbClr val="2F7134"/>
                          </a:solidFill>
                          <a:latin typeface="Arial"/>
                          <a:ea typeface="Arial"/>
                          <a:cs typeface="Arial"/>
                        </a:rPr>
                        <a:t>Passed</a:t>
                      </a:r>
                      <a:endParaRPr sz="1275" b="1">
                        <a:solidFill>
                          <a:srgbClr val="2F7134"/>
                        </a:solidFill>
                        <a:latin typeface="Arial"/>
                        <a:ea typeface="Arial"/>
                        <a:cs typeface="Arial"/>
                      </a:endParaRPr>
                    </a:p>
                  </a:txBody>
                  <a:tcPr marL="85725" marR="66675" marT="38100" marB="38100" anchor="ctr">
                    <a:solidFill>
                      <a:srgbClr val="FFFFFF"/>
                    </a:solidFill>
                  </a:tcPr>
                </a:tc>
              </a:tr>
            </a:tbl>
          </a:graphicData>
        </a:graphic>
      </p:graphicFrame>
      <p:sp>
        <p:nvSpPr>
          <p:cNvPr id="6" name="scalar-array-result">
            <a:extLst xmlns:a="http://schemas.openxmlformats.org/drawingml/2006/main">
              <a:ext uri="{FF2B5EF4-FFF2-40B4-BE49-F238E27FC236}">
                <a16:creationId xmlns:a16="http://schemas.microsoft.com/office/drawing/2014/main" id="{F306A68D-D01C-4579-A9B2-7D6819680B11}"/>
              </a:ext>
            </a:extLst>
          </p:cNvPr>
          <p:cNvSpPr>
            <a:spLocks xmlns:a="http://schemas.openxmlformats.org/drawingml/2006/main" noGrp="1"/>
          </p:cNvSpPr>
          <p:nvPr/>
        </p:nvSpPr>
        <p:spPr>
          <a:xfrm xmlns:a="http://schemas.openxmlformats.org/drawingml/2006/main">
            <a:off x="419100" y="4695825"/>
            <a:ext cx="3962400" cy="819150"/>
          </a:xfrm>
          <a:prstGeom xmlns:a="http://schemas.openxmlformats.org/drawingml/2006/main" prst="roundRect">
            <a:avLst>
              <a:gd name="adj" fmla="val 9302"/>
            </a:avLst>
          </a:prstGeom>
          <a:solidFill xmlns:a="http://schemas.openxmlformats.org/drawingml/2006/main">
            <a:srgbClr val="E8F2FB"/>
          </a:solidFill>
          <a:ln xmlns:a="http://schemas.openxmlformats.org/drawingml/2006/main" w="11430">
            <a:solidFill>
              <a:srgbClr val="B7D0E6"/>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矩形 6">
            <a:extLst xmlns:a="http://schemas.openxmlformats.org/drawingml/2006/main">
              <a:ext uri="{FF2B5EF4-FFF2-40B4-BE49-F238E27FC236}">
                <a16:creationId xmlns:a16="http://schemas.microsoft.com/office/drawing/2014/main" id="{FAC2FE25-C648-436F-9303-6EC8B4D90222}"/>
              </a:ext>
            </a:extLst>
          </p:cNvPr>
          <p:cNvSpPr>
            <a:spLocks xmlns:a="http://schemas.openxmlformats.org/drawingml/2006/main" noGrp="1"/>
          </p:cNvSpPr>
          <p:nvPr/>
        </p:nvSpPr>
        <p:spPr>
          <a:xfrm xmlns:a="http://schemas.openxmlformats.org/drawingml/2006/main">
            <a:off x="609600" y="4781550"/>
            <a:ext cx="3581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rmAutofit/>
          </a:bodyPr>
          <a:lstStyle xmlns:a="http://schemas.openxmlformats.org/drawingml/2006/main"/>
          <a:p xmlns:a="http://schemas.openxmlformats.org/drawingml/2006/main">
            <a:pPr algn="ctr">
              <a:lnSpc>
                <a:spcPct val="100000"/>
              </a:lnSpc>
              <a:buNone/>
              <a:defRPr sz="1350" b="1" i="0">
                <a:solidFill>
                  <a:srgbClr val="074B82"/>
                </a:solidFill>
                <a:latin typeface="Arial"/>
                <a:ea typeface="Arial"/>
                <a:cs typeface="Arial"/>
              </a:defRPr>
            </a:pPr>
            <a:r>
              <a:rPr sz="1350" b="1" i="0">
                <a:solidFill>
                  <a:srgbClr val="074B82"/>
                </a:solidFill>
                <a:latin typeface="Arial"/>
                <a:ea typeface="Arial"/>
                <a:cs typeface="Arial"/>
              </a:rPr>
              <a:t>30 random intervals</a:t>
            </a:r>
            <a:endParaRPr sz="1350" b="1" i="0">
              <a:solidFill>
                <a:srgbClr val="074B82"/>
              </a:solidFill>
              <a:latin typeface="Arial"/>
              <a:ea typeface="Arial"/>
              <a:cs typeface="Arial"/>
            </a:endParaRPr>
          </a:p>
        </p:txBody>
      </p:sp>
      <p:sp>
        <p:nvSpPr>
          <p:cNvPr id="8" name="矩形 7">
            <a:extLst xmlns:a="http://schemas.openxmlformats.org/drawingml/2006/main">
              <a:ext uri="{FF2B5EF4-FFF2-40B4-BE49-F238E27FC236}">
                <a16:creationId xmlns:a16="http://schemas.microsoft.com/office/drawing/2014/main" id="{5FA936B4-3E5A-410D-AD62-AB59E875F38D}"/>
              </a:ext>
            </a:extLst>
          </p:cNvPr>
          <p:cNvSpPr>
            <a:spLocks xmlns:a="http://schemas.openxmlformats.org/drawingml/2006/main" noGrp="1"/>
          </p:cNvSpPr>
          <p:nvPr/>
        </p:nvSpPr>
        <p:spPr>
          <a:xfrm xmlns:a="http://schemas.openxmlformats.org/drawingml/2006/main">
            <a:off x="609600" y="5048250"/>
            <a:ext cx="358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rmAutofit/>
          </a:bodyPr>
          <a:lstStyle xmlns:a="http://schemas.openxmlformats.org/drawingml/2006/main"/>
          <a:p xmlns:a="http://schemas.openxmlformats.org/drawingml/2006/main">
            <a:pPr algn="ctr">
              <a:lnSpc>
                <a:spcPct val="100000"/>
              </a:lnSpc>
              <a:buNone/>
              <a:defRPr sz="1575" b="1" i="0">
                <a:solidFill>
                  <a:srgbClr val="075AA9"/>
                </a:solidFill>
                <a:latin typeface="Arial"/>
                <a:ea typeface="Arial"/>
                <a:cs typeface="Arial"/>
              </a:defRPr>
            </a:pPr>
            <a:r>
              <a:rPr sz="1575" b="1" i="0">
                <a:solidFill>
                  <a:srgbClr val="075AA9"/>
                </a:solidFill>
                <a:latin typeface="Arial"/>
                <a:ea typeface="Arial"/>
                <a:cs typeface="Arial"/>
              </a:rPr>
              <a:t>Exact scalar–array match</a:t>
            </a:r>
            <a:endParaRPr sz="1575" b="1" i="0">
              <a:solidFill>
                <a:srgbClr val="075AA9"/>
              </a:solidFill>
              <a:latin typeface="Arial"/>
              <a:ea typeface="Arial"/>
              <a:cs typeface="Arial"/>
            </a:endParaRPr>
          </a:p>
        </p:txBody>
      </p:sp>
      <p:sp>
        <p:nvSpPr>
          <p:cNvPr id="9" name="benchmark-result">
            <a:extLst xmlns:a="http://schemas.openxmlformats.org/drawingml/2006/main">
              <a:ext uri="{FF2B5EF4-FFF2-40B4-BE49-F238E27FC236}">
                <a16:creationId xmlns:a16="http://schemas.microsoft.com/office/drawing/2014/main" id="{DA98E171-64B7-4B6C-81EC-19F4FD4901DA}"/>
              </a:ext>
            </a:extLst>
          </p:cNvPr>
          <p:cNvSpPr>
            <a:spLocks xmlns:a="http://schemas.openxmlformats.org/drawingml/2006/main" noGrp="1"/>
          </p:cNvSpPr>
          <p:nvPr/>
        </p:nvSpPr>
        <p:spPr>
          <a:xfrm xmlns:a="http://schemas.openxmlformats.org/drawingml/2006/main">
            <a:off x="4762500" y="4695825"/>
            <a:ext cx="3962400" cy="819150"/>
          </a:xfrm>
          <a:prstGeom xmlns:a="http://schemas.openxmlformats.org/drawingml/2006/main" prst="roundRect">
            <a:avLst>
              <a:gd name="adj" fmla="val 9302"/>
            </a:avLst>
          </a:prstGeom>
          <a:solidFill xmlns:a="http://schemas.openxmlformats.org/drawingml/2006/main">
            <a:srgbClr val="FFF1D9"/>
          </a:solidFill>
          <a:ln xmlns:a="http://schemas.openxmlformats.org/drawingml/2006/main" w="11430">
            <a:solidFill>
              <a:srgbClr val="E8C183"/>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矩形 9">
            <a:extLst xmlns:a="http://schemas.openxmlformats.org/drawingml/2006/main">
              <a:ext uri="{FF2B5EF4-FFF2-40B4-BE49-F238E27FC236}">
                <a16:creationId xmlns:a16="http://schemas.microsoft.com/office/drawing/2014/main" id="{3D423024-8CB8-4B77-ADEA-016302E90513}"/>
              </a:ext>
            </a:extLst>
          </p:cNvPr>
          <p:cNvSpPr>
            <a:spLocks xmlns:a="http://schemas.openxmlformats.org/drawingml/2006/main" noGrp="1"/>
          </p:cNvSpPr>
          <p:nvPr/>
        </p:nvSpPr>
        <p:spPr>
          <a:xfrm xmlns:a="http://schemas.openxmlformats.org/drawingml/2006/main">
            <a:off x="4953000" y="4781550"/>
            <a:ext cx="3581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rmAutofit/>
          </a:bodyPr>
          <a:lstStyle xmlns:a="http://schemas.openxmlformats.org/drawingml/2006/main"/>
          <a:p xmlns:a="http://schemas.openxmlformats.org/drawingml/2006/main">
            <a:pPr algn="ctr">
              <a:lnSpc>
                <a:spcPct val="100000"/>
              </a:lnSpc>
              <a:buNone/>
              <a:defRPr sz="1350" b="1" i="0">
                <a:solidFill>
                  <a:srgbClr val="8B5616"/>
                </a:solidFill>
                <a:latin typeface="Arial"/>
                <a:ea typeface="Arial"/>
                <a:cs typeface="Arial"/>
              </a:defRPr>
            </a:pPr>
            <a:r>
              <a:rPr sz="1350" b="1" i="0">
                <a:solidFill>
                  <a:srgbClr val="8B5616"/>
                </a:solidFill>
                <a:latin typeface="Arial"/>
                <a:ea typeface="Arial"/>
                <a:cs typeface="Arial"/>
              </a:rPr>
              <a:t>128 × 128 frame interval</a:t>
            </a:r>
            <a:endParaRPr sz="1350" b="1" i="0">
              <a:solidFill>
                <a:srgbClr val="8B5616"/>
              </a:solidFill>
              <a:latin typeface="Arial"/>
              <a:ea typeface="Arial"/>
              <a:cs typeface="Arial"/>
            </a:endParaRPr>
          </a:p>
        </p:txBody>
      </p:sp>
      <p:sp>
        <p:nvSpPr>
          <p:cNvPr id="11" name="矩形 10">
            <a:extLst xmlns:a="http://schemas.openxmlformats.org/drawingml/2006/main">
              <a:ext uri="{FF2B5EF4-FFF2-40B4-BE49-F238E27FC236}">
                <a16:creationId xmlns:a16="http://schemas.microsoft.com/office/drawing/2014/main" id="{6E0B2C7C-292F-489D-8448-A1A8A6F9241B}"/>
              </a:ext>
            </a:extLst>
          </p:cNvPr>
          <p:cNvSpPr>
            <a:spLocks xmlns:a="http://schemas.openxmlformats.org/drawingml/2006/main" noGrp="1"/>
          </p:cNvSpPr>
          <p:nvPr/>
        </p:nvSpPr>
        <p:spPr>
          <a:xfrm xmlns:a="http://schemas.openxmlformats.org/drawingml/2006/main">
            <a:off x="4953000" y="5048250"/>
            <a:ext cx="358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rmAutofit/>
          </a:bodyPr>
          <a:lstStyle xmlns:a="http://schemas.openxmlformats.org/drawingml/2006/main"/>
          <a:p xmlns:a="http://schemas.openxmlformats.org/drawingml/2006/main">
            <a:pPr algn="ctr">
              <a:lnSpc>
                <a:spcPct val="100000"/>
              </a:lnSpc>
              <a:buNone/>
              <a:defRPr sz="1575" b="1" i="0">
                <a:solidFill>
                  <a:srgbClr val="A35E08"/>
                </a:solidFill>
                <a:latin typeface="Arial"/>
                <a:ea typeface="Arial"/>
                <a:cs typeface="Arial"/>
              </a:defRPr>
            </a:pPr>
            <a:r>
              <a:rPr sz="1575" b="1" i="0">
                <a:solidFill>
                  <a:srgbClr val="A35E08"/>
                </a:solidFill>
                <a:latin typeface="Arial"/>
                <a:ea typeface="Arial"/>
                <a:cs typeface="Arial"/>
              </a:rPr>
              <a:t>44,283 events in ~8 ms*</a:t>
            </a:r>
            <a:endParaRPr sz="1575" b="1" i="0">
              <a:solidFill>
                <a:srgbClr val="A35E08"/>
              </a:solidFill>
              <a:latin typeface="Arial"/>
              <a:ea typeface="Arial"/>
              <a:cs typeface="Arial"/>
            </a:endParaRPr>
          </a:p>
        </p:txBody>
      </p:sp>
      <p:sp>
        <p:nvSpPr>
          <p:cNvPr id="12" name="矩形 11">
            <a:extLst xmlns:a="http://schemas.openxmlformats.org/drawingml/2006/main">
              <a:ext uri="{FF2B5EF4-FFF2-40B4-BE49-F238E27FC236}">
                <a16:creationId xmlns:a16="http://schemas.microsoft.com/office/drawing/2014/main" id="{464F7BF9-16F3-4289-B0AD-2F4A94ECC45C}"/>
              </a:ext>
            </a:extLst>
          </p:cNvPr>
          <p:cNvSpPr>
            <a:spLocks xmlns:a="http://schemas.openxmlformats.org/drawingml/2006/main" noGrp="1"/>
          </p:cNvSpPr>
          <p:nvPr/>
        </p:nvSpPr>
        <p:spPr>
          <a:xfrm xmlns:a="http://schemas.openxmlformats.org/drawingml/2006/main">
            <a:off x="762000" y="5715000"/>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rmAutofit/>
          </a:bodyPr>
          <a:lstStyle xmlns:a="http://schemas.openxmlformats.org/drawingml/2006/main"/>
          <a:p xmlns:a="http://schemas.openxmlformats.org/drawingml/2006/main">
            <a:pPr algn="ctr">
              <a:lnSpc>
                <a:spcPct val="100000"/>
              </a:lnSpc>
              <a:buNone/>
              <a:defRPr sz="1425" b="1" i="0">
                <a:solidFill>
                  <a:srgbClr val="C8180A"/>
                </a:solidFill>
                <a:latin typeface="Arial"/>
                <a:ea typeface="Arial"/>
                <a:cs typeface="Arial"/>
              </a:defRPr>
            </a:pPr>
            <a:r>
              <a:rPr sz="1425" b="1" i="0">
                <a:solidFill>
                  <a:srgbClr val="C8180A"/>
                </a:solidFill>
                <a:latin typeface="Arial"/>
                <a:ea typeface="Arial"/>
                <a:cs typeface="Arial"/>
              </a:rPr>
              <a:t>Canonical output: int64 μs timestamps, (x,y), p ∈ {−1,+1}, sorted by (t,y,x,p)</a:t>
            </a:r>
            <a:endParaRPr sz="1425" b="1" i="0">
              <a:solidFill>
                <a:srgbClr val="C8180A"/>
              </a:solidFill>
              <a:latin typeface="Arial"/>
              <a:ea typeface="Arial"/>
              <a:cs typeface="Arial"/>
            </a:endParaRPr>
          </a:p>
        </p:txBody>
      </p:sp>
      <p:sp>
        <p:nvSpPr>
          <p:cNvPr id="13" name="矩形 12">
            <a:extLst xmlns:a="http://schemas.openxmlformats.org/drawingml/2006/main">
              <a:ext uri="{FF2B5EF4-FFF2-40B4-BE49-F238E27FC236}">
                <a16:creationId xmlns:a16="http://schemas.microsoft.com/office/drawing/2014/main" id="{8AF9A736-A9E3-4689-AA67-FAB3F184648B}"/>
              </a:ext>
            </a:extLst>
          </p:cNvPr>
          <p:cNvSpPr>
            <a:spLocks xmlns:a="http://schemas.openxmlformats.org/drawingml/2006/main" noGrp="1"/>
          </p:cNvSpPr>
          <p:nvPr/>
        </p:nvSpPr>
        <p:spPr>
          <a:xfrm xmlns:a="http://schemas.openxmlformats.org/drawingml/2006/main">
            <a:off x="1143000" y="62103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rmAutofit/>
          </a:bodyPr>
          <a:lstStyle xmlns:a="http://schemas.openxmlformats.org/drawingml/2006/main"/>
          <a:p xmlns:a="http://schemas.openxmlformats.org/drawingml/2006/main">
            <a:pPr algn="ctr">
              <a:lnSpc>
                <a:spcPct val="100000"/>
              </a:lnSpc>
              <a:buNone/>
              <a:defRPr sz="900" b="0" i="1">
                <a:solidFill>
                  <a:srgbClr val="555555"/>
                </a:solidFill>
                <a:latin typeface="Arial"/>
                <a:ea typeface="Arial"/>
                <a:cs typeface="Arial"/>
              </a:defRPr>
            </a:pPr>
            <a:r>
              <a:rPr sz="900" b="0" i="1">
                <a:solidFill>
                  <a:srgbClr val="555555"/>
                </a:solidFill>
                <a:latin typeface="Arial"/>
                <a:ea typeface="Arial"/>
                <a:cs typeface="Arial"/>
              </a:rPr>
              <a:t>* Development-machine benchmark; runtime depends on hardware and event density.</a:t>
            </a:r>
            <a:endParaRPr sz="900" b="0" i="1">
              <a:solidFill>
                <a:srgbClr val="555555"/>
              </a:solidFill>
              <a:latin typeface="Arial"/>
              <a:ea typeface="Arial"/>
              <a:cs typeface="Arial"/>
            </a:endParaRPr>
          </a:p>
        </p:txBody>
      </p:sp>
      <p:sp>
        <p:nvSpPr>
          <p:cNvPr id="14" name="footer-left">
            <a:extLst xmlns:a="http://schemas.openxmlformats.org/drawingml/2006/main">
              <a:ext uri="{FF2B5EF4-FFF2-40B4-BE49-F238E27FC236}">
                <a16:creationId xmlns:a16="http://schemas.microsoft.com/office/drawing/2014/main" id="{379C1AB3-F21B-4F09-B5E4-9AD29772F9BA}"/>
              </a:ext>
            </a:extLst>
          </p:cNvPr>
          <p:cNvSpPr>
            <a:spLocks xmlns:a="http://schemas.openxmlformats.org/drawingml/2006/main" noGrp="1"/>
          </p:cNvSpPr>
          <p:nvPr/>
        </p:nvSpPr>
        <p:spPr>
          <a:xfrm xmlns:a="http://schemas.openxmlformats.org/drawingml/2006/main">
            <a:off x="0" y="6629400"/>
            <a:ext cx="3048000" cy="228600"/>
          </a:xfrm>
          <a:prstGeom xmlns:a="http://schemas.openxmlformats.org/drawingml/2006/main" prst="rect">
            <a:avLst/>
          </a:prstGeom>
          <a:solidFill xmlns:a="http://schemas.openxmlformats.org/drawingml/2006/main">
            <a:srgbClr val="C4C5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5" name="footer-center">
            <a:extLst xmlns:a="http://schemas.openxmlformats.org/drawingml/2006/main">
              <a:ext uri="{FF2B5EF4-FFF2-40B4-BE49-F238E27FC236}">
                <a16:creationId xmlns:a16="http://schemas.microsoft.com/office/drawing/2014/main" id="{2D4DBBA1-0DD7-4793-BFE7-AD2688CDD0E8}"/>
              </a:ext>
            </a:extLst>
          </p:cNvPr>
          <p:cNvSpPr>
            <a:spLocks xmlns:a="http://schemas.openxmlformats.org/drawingml/2006/main" noGrp="1"/>
          </p:cNvSpPr>
          <p:nvPr/>
        </p:nvSpPr>
        <p:spPr>
          <a:xfrm xmlns:a="http://schemas.openxmlformats.org/drawingml/2006/main">
            <a:off x="3048000" y="6629400"/>
            <a:ext cx="3048000" cy="228600"/>
          </a:xfrm>
          <a:prstGeom xmlns:a="http://schemas.openxmlformats.org/drawingml/2006/main" prst="rect">
            <a:avLst/>
          </a:prstGeom>
          <a:solidFill xmlns:a="http://schemas.openxmlformats.org/drawingml/2006/main">
            <a:srgbClr val="B8BBD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6" name="footer-right">
            <a:extLst xmlns:a="http://schemas.openxmlformats.org/drawingml/2006/main">
              <a:ext uri="{FF2B5EF4-FFF2-40B4-BE49-F238E27FC236}">
                <a16:creationId xmlns:a16="http://schemas.microsoft.com/office/drawing/2014/main" id="{8266DB61-9E31-476B-A74E-C6ECAAA1BA28}"/>
              </a:ext>
            </a:extLst>
          </p:cNvPr>
          <p:cNvSpPr>
            <a:spLocks xmlns:a="http://schemas.openxmlformats.org/drawingml/2006/main" noGrp="1"/>
          </p:cNvSpPr>
          <p:nvPr/>
        </p:nvSpPr>
        <p:spPr>
          <a:xfrm xmlns:a="http://schemas.openxmlformats.org/drawingml/2006/main">
            <a:off x="6096000" y="6629400"/>
            <a:ext cx="2476500" cy="228600"/>
          </a:xfrm>
          <a:prstGeom xmlns:a="http://schemas.openxmlformats.org/drawingml/2006/main" prst="rect">
            <a:avLst/>
          </a:prstGeom>
          <a:solidFill xmlns:a="http://schemas.openxmlformats.org/drawingml/2006/main">
            <a:srgbClr val="C4C5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7" name="footer-page">
            <a:extLst xmlns:a="http://schemas.openxmlformats.org/drawingml/2006/main">
              <a:ext uri="{FF2B5EF4-FFF2-40B4-BE49-F238E27FC236}">
                <a16:creationId xmlns:a16="http://schemas.microsoft.com/office/drawing/2014/main" id="{B2919A9C-506E-4714-8681-6AA56CBE6873}"/>
              </a:ext>
            </a:extLst>
          </p:cNvPr>
          <p:cNvSpPr>
            <a:spLocks xmlns:a="http://schemas.openxmlformats.org/drawingml/2006/main" noGrp="1"/>
          </p:cNvSpPr>
          <p:nvPr/>
        </p:nvSpPr>
        <p:spPr>
          <a:xfrm xmlns:a="http://schemas.openxmlformats.org/drawingml/2006/main">
            <a:off x="8572500" y="6629400"/>
            <a:ext cx="571500" cy="228600"/>
          </a:xfrm>
          <a:prstGeom xmlns:a="http://schemas.openxmlformats.org/drawingml/2006/main" prst="rect">
            <a:avLst/>
          </a:prstGeom>
          <a:solidFill xmlns:a="http://schemas.openxmlformats.org/drawingml/2006/main">
            <a:srgbClr val="B8BBD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9" name="矩形 18">
            <a:extLst xmlns:a="http://schemas.openxmlformats.org/drawingml/2006/main">
              <a:ext uri="{FF2B5EF4-FFF2-40B4-BE49-F238E27FC236}">
                <a16:creationId xmlns:a16="http://schemas.microsoft.com/office/drawing/2014/main" id="{1C792223-6453-461F-8222-54C648EBF51B}"/>
              </a:ext>
            </a:extLst>
          </p:cNvPr>
          <p:cNvSpPr>
            <a:spLocks xmlns:a="http://schemas.openxmlformats.org/drawingml/2006/main" noGrp="1"/>
          </p:cNvSpPr>
          <p:nvPr/>
        </p:nvSpPr>
        <p:spPr>
          <a:xfrm xmlns:a="http://schemas.openxmlformats.org/drawingml/2006/main">
            <a:off x="3810000" y="66294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EE5110/EE6110</a:t>
            </a:r>
            <a:endParaRPr sz="1050" b="0" i="0">
              <a:solidFill>
                <a:srgbClr val="242424"/>
              </a:solidFill>
              <a:latin typeface="Arial"/>
              <a:ea typeface="Arial"/>
              <a:cs typeface="Arial"/>
            </a:endParaRPr>
          </a:p>
        </p:txBody>
      </p:sp>
      <p:sp>
        <p:nvSpPr>
          <p:cNvPr id="20" name="矩形 19">
            <a:extLst xmlns:a="http://schemas.openxmlformats.org/drawingml/2006/main">
              <a:ext uri="{FF2B5EF4-FFF2-40B4-BE49-F238E27FC236}">
                <a16:creationId xmlns:a16="http://schemas.microsoft.com/office/drawing/2014/main" id="{12CEC572-3FA1-4776-8391-3841176E463E}"/>
              </a:ext>
            </a:extLst>
          </p:cNvPr>
          <p:cNvSpPr>
            <a:spLocks xmlns:a="http://schemas.openxmlformats.org/drawingml/2006/main" noGrp="1"/>
          </p:cNvSpPr>
          <p:nvPr/>
        </p:nvSpPr>
        <p:spPr>
          <a:xfrm xmlns:a="http://schemas.openxmlformats.org/drawingml/2006/main">
            <a:off x="6572250" y="66294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975" b="0" i="0">
                <a:solidFill>
                  <a:srgbClr val="242424"/>
                </a:solidFill>
                <a:latin typeface="Arial"/>
                <a:ea typeface="Arial"/>
                <a:cs typeface="Arial"/>
              </a:defRPr>
            </a:pPr>
            <a:r>
              <a:rPr sz="975" b="0" i="0">
                <a:solidFill>
                  <a:srgbClr val="242424"/>
                </a:solidFill>
                <a:latin typeface="Arial"/>
                <a:ea typeface="Arial"/>
                <a:cs typeface="Arial"/>
              </a:rPr>
              <a:t>Event Camera Simulator</a:t>
            </a:r>
            <a:endParaRPr sz="975" b="0" i="0">
              <a:solidFill>
                <a:srgbClr val="242424"/>
              </a:solidFill>
              <a:latin typeface="Arial"/>
              <a:ea typeface="Arial"/>
              <a:cs typeface="Arial"/>
            </a:endParaRPr>
          </a:p>
        </p:txBody>
      </p:sp>
      <p:sp>
        <p:nvSpPr>
          <p:cNvPr id="21" name="矩形 20">
            <a:extLst xmlns:a="http://schemas.openxmlformats.org/drawingml/2006/main">
              <a:ext uri="{FF2B5EF4-FFF2-40B4-BE49-F238E27FC236}">
                <a16:creationId xmlns:a16="http://schemas.microsoft.com/office/drawing/2014/main" id="{D1975E66-7A44-43DB-A3AD-8329CDF7D7A2}"/>
              </a:ext>
            </a:extLst>
          </p:cNvPr>
          <p:cNvSpPr>
            <a:spLocks xmlns:a="http://schemas.openxmlformats.org/drawingml/2006/main" noGrp="1"/>
          </p:cNvSpPr>
          <p:nvPr/>
        </p:nvSpPr>
        <p:spPr>
          <a:xfrm xmlns:a="http://schemas.openxmlformats.org/drawingml/2006/main">
            <a:off x="8677275" y="66294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8</a:t>
            </a:r>
            <a:endParaRPr sz="1050" b="0" i="0">
              <a:solidFill>
                <a:srgbClr val="242424"/>
              </a:solidFill>
              <a:latin typeface="Arial"/>
              <a:ea typeface="Arial"/>
              <a:cs typeface="Arial"/>
            </a:endParaRPr>
          </a:p>
        </p:txBody>
      </p:sp>
      <p:sp>
        <p:nvSpPr>
          <p:cNvPr id="5" name="矩形 4">
            <a:extLst xmlns:a="http://schemas.openxmlformats.org/drawingml/2006/main">
              <a:ext uri="{FF2B5EF4-FFF2-40B4-BE49-F238E27FC236}">
                <a16:creationId xmlns:a16="http://schemas.microsoft.com/office/drawing/2014/main" id="{26E1FDD9-9040-4E8A-8161-1D9530DFE3A5}"/>
              </a:ext>
            </a:extLst>
          </p:cNvPr>
          <p:cNvSpPr>
            <a:spLocks xmlns:a="http://schemas.openxmlformats.org/drawingml/2006/main" noGrp="1"/>
          </p:cNvSpPr>
          <p:nvPr/>
        </p:nvSpPr>
        <p:spPr>
          <a:xfrm xmlns:a="http://schemas.openxmlformats.org/drawingml/2006/main">
            <a:off x="904875" y="66294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Group</a:t>
            </a:r>
            <a:r>
              <a:rPr sz="1050" b="0" i="0">
                <a:solidFill>
                  <a:srgbClr val="242424"/>
                </a:solidFill>
                <a:latin typeface="Arial"/>
                <a:ea typeface="Arial"/>
                <a:cs typeface="Arial"/>
              </a:rPr>
              <a:t> 1</a:t>
            </a:r>
            <a:r>
              <a:rPr sz="1050" b="0" i="0">
                <a:solidFill>
                  <a:srgbClr val="242424"/>
                </a:solidFill>
                <a:latin typeface="Arial"/>
                <a:ea typeface="Arial"/>
                <a:cs typeface="Arial"/>
              </a:rPr>
              <a:t>3</a:t>
            </a:r>
            <a:endParaRPr sz="1050" b="0" i="0">
              <a:solidFill>
                <a:srgbClr val="242424"/>
              </a:solidFill>
              <a:latin typeface="Arial"/>
              <a:ea typeface="Arial"/>
              <a:cs typeface="Arial"/>
            </a:endParaRPr>
          </a:p>
        </p:txBody>
      </p:sp>
    </p:spTree>
    <p:extLst>
      <p:ext uri="{BB962C8B-B14F-4D97-AF65-F5344CB8AC3E}">
        <p14:creationId xmlns:p14="http://schemas.microsoft.com/office/powerpoint/2010/main" val="160964419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7" name="title-band">
            <a:extLst xmlns:a="http://schemas.openxmlformats.org/drawingml/2006/main">
              <a:ext uri="{FF2B5EF4-FFF2-40B4-BE49-F238E27FC236}">
                <a16:creationId xmlns:a16="http://schemas.microsoft.com/office/drawing/2014/main" id="{CD8204EC-9A12-419B-83C8-A381783AC3C0}"/>
              </a:ext>
            </a:extLst>
          </p:cNvPr>
          <p:cNvSpPr>
            <a:spLocks xmlns:a="http://schemas.openxmlformats.org/drawingml/2006/main" noGrp="1"/>
          </p:cNvSpPr>
          <p:nvPr/>
        </p:nvSpPr>
        <p:spPr>
          <a:xfrm xmlns:a="http://schemas.openxmlformats.org/drawingml/2006/main">
            <a:off x="0" y="0"/>
            <a:ext cx="9144000" cy="838200"/>
          </a:xfrm>
          <a:prstGeom xmlns:a="http://schemas.openxmlformats.org/drawingml/2006/main" prst="rect">
            <a:avLst/>
          </a:prstGeom>
          <a:solidFill xmlns:a="http://schemas.openxmlformats.org/drawingml/2006/main">
            <a:srgbClr val="F0F0F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矩形 1">
            <a:extLst xmlns:a="http://schemas.openxmlformats.org/drawingml/2006/main">
              <a:ext uri="{FF2B5EF4-FFF2-40B4-BE49-F238E27FC236}">
                <a16:creationId xmlns:a16="http://schemas.microsoft.com/office/drawing/2014/main" id="{EDCF4857-78BB-4F75-982A-00D0E2AA8941}"/>
              </a:ext>
            </a:extLst>
          </p:cNvPr>
          <p:cNvSpPr>
            <a:spLocks xmlns:a="http://schemas.openxmlformats.org/drawingml/2006/main" noGrp="1"/>
          </p:cNvSpPr>
          <p:nvPr/>
        </p:nvSpPr>
        <p:spPr>
          <a:xfrm xmlns:a="http://schemas.openxmlformats.org/drawingml/2006/main">
            <a:off x="361950" y="219075"/>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350" b="1" i="0">
                <a:solidFill>
                  <a:srgbClr val="074B82"/>
                </a:solidFill>
                <a:latin typeface="Arial"/>
                <a:ea typeface="Arial"/>
                <a:cs typeface="Arial"/>
              </a:defRPr>
            </a:pPr>
            <a:r>
              <a:rPr sz="1350" b="1" i="0">
                <a:solidFill>
                  <a:srgbClr val="074B82"/>
                </a:solidFill>
                <a:latin typeface="Arial"/>
                <a:ea typeface="Arial"/>
                <a:cs typeface="Arial"/>
              </a:rPr>
              <a:t>EE5110 / EE6110</a:t>
            </a:r>
            <a:endParaRPr sz="1350" b="1" i="0">
              <a:solidFill>
                <a:srgbClr val="074B82"/>
              </a:solidFill>
              <a:latin typeface="Arial"/>
              <a:ea typeface="Arial"/>
              <a:cs typeface="Arial"/>
            </a:endParaRPr>
          </a:p>
        </p:txBody>
      </p:sp>
      <p:sp>
        <p:nvSpPr>
          <p:cNvPr id="3" name="矩形 2">
            <a:extLst xmlns:a="http://schemas.openxmlformats.org/drawingml/2006/main">
              <a:ext uri="{FF2B5EF4-FFF2-40B4-BE49-F238E27FC236}">
                <a16:creationId xmlns:a16="http://schemas.microsoft.com/office/drawing/2014/main" id="{DE39C6A8-8B73-42B1-8ACC-C1ACFA7653D0}"/>
              </a:ext>
            </a:extLst>
          </p:cNvPr>
          <p:cNvSpPr>
            <a:spLocks xmlns:a="http://schemas.openxmlformats.org/drawingml/2006/main" noGrp="1"/>
          </p:cNvSpPr>
          <p:nvPr/>
        </p:nvSpPr>
        <p:spPr>
          <a:xfrm xmlns:a="http://schemas.openxmlformats.org/drawingml/2006/main">
            <a:off x="3162300" y="18859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1" i="0">
                <a:solidFill>
                  <a:srgbClr val="C8180A"/>
                </a:solidFill>
                <a:latin typeface="Arial"/>
                <a:ea typeface="Arial"/>
                <a:cs typeface="Arial"/>
              </a:defRPr>
            </a:pPr>
            <a:r>
              <a:rPr sz="1425" b="1" i="0">
                <a:solidFill>
                  <a:srgbClr val="C8180A"/>
                </a:solidFill>
                <a:latin typeface="Arial"/>
                <a:ea typeface="Arial"/>
                <a:cs typeface="Arial"/>
              </a:rPr>
              <a:t>SECTION 03</a:t>
            </a:r>
            <a:endParaRPr sz="1425" b="1" i="0">
              <a:solidFill>
                <a:srgbClr val="C8180A"/>
              </a:solidFill>
              <a:latin typeface="Arial"/>
              <a:ea typeface="Arial"/>
              <a:cs typeface="Arial"/>
            </a:endParaRPr>
          </a:p>
        </p:txBody>
      </p:sp>
      <p:sp>
        <p:nvSpPr>
          <p:cNvPr id="4" name="矩形 3">
            <a:extLst xmlns:a="http://schemas.openxmlformats.org/drawingml/2006/main">
              <a:ext uri="{FF2B5EF4-FFF2-40B4-BE49-F238E27FC236}">
                <a16:creationId xmlns:a16="http://schemas.microsoft.com/office/drawing/2014/main" id="{70288B16-CC5A-4CC0-953F-91D0C7654566}"/>
              </a:ext>
            </a:extLst>
          </p:cNvPr>
          <p:cNvSpPr>
            <a:spLocks xmlns:a="http://schemas.openxmlformats.org/drawingml/2006/main" noGrp="1"/>
          </p:cNvSpPr>
          <p:nvPr/>
        </p:nvSpPr>
        <p:spPr>
          <a:xfrm xmlns:a="http://schemas.openxmlformats.org/drawingml/2006/main">
            <a:off x="571500" y="1428750"/>
            <a:ext cx="2286000" cy="2143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9300" b="1" i="0">
                <a:solidFill>
                  <a:srgbClr val="DCE9F3"/>
                </a:solidFill>
                <a:latin typeface="Arial"/>
                <a:ea typeface="Arial"/>
                <a:cs typeface="Arial"/>
              </a:defRPr>
            </a:pPr>
            <a:r>
              <a:rPr sz="9300" b="1" i="0">
                <a:solidFill>
                  <a:srgbClr val="DCE9F3"/>
                </a:solidFill>
                <a:latin typeface="Arial"/>
                <a:ea typeface="Arial"/>
                <a:cs typeface="Arial"/>
              </a:rPr>
              <a:t>03</a:t>
            </a:r>
            <a:endParaRPr sz="9300" b="1" i="0">
              <a:solidFill>
                <a:srgbClr val="DCE9F3"/>
              </a:solidFill>
              <a:latin typeface="Arial"/>
              <a:ea typeface="Arial"/>
              <a:cs typeface="Arial"/>
            </a:endParaRPr>
          </a:p>
        </p:txBody>
      </p:sp>
      <p:sp>
        <p:nvSpPr>
          <p:cNvPr id="5" name="矩形 4">
            <a:extLst xmlns:a="http://schemas.openxmlformats.org/drawingml/2006/main">
              <a:ext uri="{FF2B5EF4-FFF2-40B4-BE49-F238E27FC236}">
                <a16:creationId xmlns:a16="http://schemas.microsoft.com/office/drawing/2014/main" id="{322C69B8-360A-4A54-B84B-CC748EEEA111}"/>
              </a:ext>
            </a:extLst>
          </p:cNvPr>
          <p:cNvSpPr>
            <a:spLocks xmlns:a="http://schemas.openxmlformats.org/drawingml/2006/main" noGrp="1"/>
          </p:cNvSpPr>
          <p:nvPr/>
        </p:nvSpPr>
        <p:spPr>
          <a:xfrm xmlns:a="http://schemas.openxmlformats.org/drawingml/2006/main">
            <a:off x="3124200" y="2305050"/>
            <a:ext cx="5334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buNone/>
              <a:defRPr sz="1800" b="1" i="0">
                <a:solidFill>
                  <a:srgbClr val="074B82"/>
                </a:solidFill>
                <a:latin typeface="Arial"/>
                <a:ea typeface="Arial"/>
                <a:cs typeface="Arial"/>
              </a:defRPr>
            </a:pPr>
            <a:r>
              <a:rPr sz="4000" b="1">
                <a:solidFill>
                  <a:srgbClr val="074B82"/>
                </a:solidFill>
                <a:latin typeface="Arial"/>
                <a:ea typeface="Arial"/>
                <a:cs typeface="Arial"/>
              </a:rPr>
              <a:t>Architecture + Implementation</a:t>
            </a:r>
            <a:endParaRPr sz="4000" b="1">
              <a:solidFill>
                <a:srgbClr val="074B82"/>
              </a:solidFill>
              <a:latin typeface="Arial"/>
              <a:ea typeface="Arial"/>
              <a:cs typeface="Arial"/>
            </a:endParaRPr>
          </a:p>
        </p:txBody>
      </p:sp>
      <p:sp>
        <p:nvSpPr>
          <p:cNvPr id="6" name="section-accent">
            <a:extLst xmlns:a="http://schemas.openxmlformats.org/drawingml/2006/main">
              <a:ext uri="{FF2B5EF4-FFF2-40B4-BE49-F238E27FC236}">
                <a16:creationId xmlns:a16="http://schemas.microsoft.com/office/drawing/2014/main" id="{FED381C8-B5CC-4BB2-8266-C02DF9F03C5D}"/>
              </a:ext>
            </a:extLst>
          </p:cNvPr>
          <p:cNvSpPr>
            <a:spLocks xmlns:a="http://schemas.openxmlformats.org/drawingml/2006/main" noGrp="1"/>
          </p:cNvSpPr>
          <p:nvPr/>
        </p:nvSpPr>
        <p:spPr>
          <a:xfrm xmlns:a="http://schemas.openxmlformats.org/drawingml/2006/main">
            <a:off x="3171825" y="3286125"/>
            <a:ext cx="3143250" cy="47625"/>
          </a:xfrm>
          <a:prstGeom xmlns:a="http://schemas.openxmlformats.org/drawingml/2006/main" prst="rect">
            <a:avLst/>
          </a:prstGeom>
          <a:solidFill xmlns:a="http://schemas.openxmlformats.org/drawingml/2006/main">
            <a:srgbClr val="C8180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矩形 6">
            <a:extLst xmlns:a="http://schemas.openxmlformats.org/drawingml/2006/main">
              <a:ext uri="{FF2B5EF4-FFF2-40B4-BE49-F238E27FC236}">
                <a16:creationId xmlns:a16="http://schemas.microsoft.com/office/drawing/2014/main" id="{B9F2623B-1CF4-4E6B-9B8C-D898C16CB5EF}"/>
              </a:ext>
            </a:extLst>
          </p:cNvPr>
          <p:cNvSpPr>
            <a:spLocks xmlns:a="http://schemas.openxmlformats.org/drawingml/2006/main" noGrp="1"/>
          </p:cNvSpPr>
          <p:nvPr/>
        </p:nvSpPr>
        <p:spPr>
          <a:xfrm xmlns:a="http://schemas.openxmlformats.org/drawingml/2006/main">
            <a:off x="3143250" y="3562350"/>
            <a:ext cx="4953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buNone/>
              <a:defRPr sz="1725" b="0" i="0">
                <a:solidFill>
                  <a:srgbClr val="555555"/>
                </a:solidFill>
                <a:latin typeface="Arial"/>
                <a:ea typeface="Arial"/>
                <a:cs typeface="Arial"/>
              </a:defRPr>
            </a:pPr>
            <a:r>
              <a:rPr sz="1725">
                <a:solidFill>
                  <a:srgbClr val="555555"/>
                </a:solidFill>
                <a:latin typeface="Arial"/>
                <a:ea typeface="Arial"/>
                <a:cs typeface="Arial"/>
              </a:rPr>
              <a:t>System modules, data flow and video I/O</a:t>
            </a:r>
            <a:endParaRPr sz="1725">
              <a:solidFill>
                <a:srgbClr val="555555"/>
              </a:solidFill>
              <a:latin typeface="Arial"/>
              <a:ea typeface="Arial"/>
              <a:cs typeface="Arial"/>
            </a:endParaRPr>
          </a:p>
        </p:txBody>
      </p:sp>
      <p:sp>
        <p:nvSpPr>
          <p:cNvPr id="8" name="矩形 7">
            <a:extLst xmlns:a="http://schemas.openxmlformats.org/drawingml/2006/main">
              <a:ext uri="{FF2B5EF4-FFF2-40B4-BE49-F238E27FC236}">
                <a16:creationId xmlns:a16="http://schemas.microsoft.com/office/drawing/2014/main" id="{2FB0179F-C64C-4384-AC3A-11E3B646F5AB}"/>
              </a:ext>
            </a:extLst>
          </p:cNvPr>
          <p:cNvSpPr>
            <a:spLocks xmlns:a="http://schemas.openxmlformats.org/drawingml/2006/main" noGrp="1"/>
          </p:cNvSpPr>
          <p:nvPr/>
        </p:nvSpPr>
        <p:spPr>
          <a:xfrm xmlns:a="http://schemas.openxmlformats.org/drawingml/2006/main">
            <a:off x="3162300" y="5067300"/>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200" b="1" i="0">
                <a:solidFill>
                  <a:srgbClr val="1670C1"/>
                </a:solidFill>
                <a:latin typeface="Arial"/>
                <a:ea typeface="Arial"/>
                <a:cs typeface="Arial"/>
              </a:defRPr>
            </a:pPr>
            <a:r>
              <a:rPr sz="1200" b="1" i="0">
                <a:solidFill>
                  <a:srgbClr val="1670C1"/>
                </a:solidFill>
                <a:latin typeface="Arial"/>
                <a:ea typeface="Arial"/>
                <a:cs typeface="Arial"/>
              </a:rPr>
              <a:t>EVENT CAMERA SIMULATOR</a:t>
            </a:r>
            <a:endParaRPr sz="1200" b="1" i="0">
              <a:solidFill>
                <a:srgbClr val="1670C1"/>
              </a:solidFill>
              <a:latin typeface="Arial"/>
              <a:ea typeface="Arial"/>
              <a:cs typeface="Arial"/>
            </a:endParaRPr>
          </a:p>
        </p:txBody>
      </p:sp>
      <p:sp>
        <p:nvSpPr>
          <p:cNvPr id="9" name="footer-left">
            <a:extLst xmlns:a="http://schemas.openxmlformats.org/drawingml/2006/main">
              <a:ext uri="{FF2B5EF4-FFF2-40B4-BE49-F238E27FC236}">
                <a16:creationId xmlns:a16="http://schemas.microsoft.com/office/drawing/2014/main" id="{9A2D5B8F-969E-4F7E-A46B-77AEBFEE46BB}"/>
              </a:ext>
            </a:extLst>
          </p:cNvPr>
          <p:cNvSpPr>
            <a:spLocks xmlns:a="http://schemas.openxmlformats.org/drawingml/2006/main" noGrp="1"/>
          </p:cNvSpPr>
          <p:nvPr/>
        </p:nvSpPr>
        <p:spPr>
          <a:xfrm xmlns:a="http://schemas.openxmlformats.org/drawingml/2006/main">
            <a:off x="0" y="6629400"/>
            <a:ext cx="3048000" cy="228600"/>
          </a:xfrm>
          <a:prstGeom xmlns:a="http://schemas.openxmlformats.org/drawingml/2006/main" prst="rect">
            <a:avLst/>
          </a:prstGeom>
          <a:solidFill xmlns:a="http://schemas.openxmlformats.org/drawingml/2006/main">
            <a:srgbClr val="C4C5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0" name="footer-center">
            <a:extLst xmlns:a="http://schemas.openxmlformats.org/drawingml/2006/main">
              <a:ext uri="{FF2B5EF4-FFF2-40B4-BE49-F238E27FC236}">
                <a16:creationId xmlns:a16="http://schemas.microsoft.com/office/drawing/2014/main" id="{D456F5B3-770A-45D2-83E9-C356D7696BE2}"/>
              </a:ext>
            </a:extLst>
          </p:cNvPr>
          <p:cNvSpPr>
            <a:spLocks xmlns:a="http://schemas.openxmlformats.org/drawingml/2006/main" noGrp="1"/>
          </p:cNvSpPr>
          <p:nvPr/>
        </p:nvSpPr>
        <p:spPr>
          <a:xfrm xmlns:a="http://schemas.openxmlformats.org/drawingml/2006/main">
            <a:off x="3048000" y="6629400"/>
            <a:ext cx="3048000" cy="228600"/>
          </a:xfrm>
          <a:prstGeom xmlns:a="http://schemas.openxmlformats.org/drawingml/2006/main" prst="rect">
            <a:avLst/>
          </a:prstGeom>
          <a:solidFill xmlns:a="http://schemas.openxmlformats.org/drawingml/2006/main">
            <a:srgbClr val="B8BBD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1" name="footer-right">
            <a:extLst xmlns:a="http://schemas.openxmlformats.org/drawingml/2006/main">
              <a:ext uri="{FF2B5EF4-FFF2-40B4-BE49-F238E27FC236}">
                <a16:creationId xmlns:a16="http://schemas.microsoft.com/office/drawing/2014/main" id="{D419A830-8845-429D-9F6F-8B291382F60B}"/>
              </a:ext>
            </a:extLst>
          </p:cNvPr>
          <p:cNvSpPr>
            <a:spLocks xmlns:a="http://schemas.openxmlformats.org/drawingml/2006/main" noGrp="1"/>
          </p:cNvSpPr>
          <p:nvPr/>
        </p:nvSpPr>
        <p:spPr>
          <a:xfrm xmlns:a="http://schemas.openxmlformats.org/drawingml/2006/main">
            <a:off x="6096000" y="6629400"/>
            <a:ext cx="2476500" cy="228600"/>
          </a:xfrm>
          <a:prstGeom xmlns:a="http://schemas.openxmlformats.org/drawingml/2006/main" prst="rect">
            <a:avLst/>
          </a:prstGeom>
          <a:solidFill xmlns:a="http://schemas.openxmlformats.org/drawingml/2006/main">
            <a:srgbClr val="C4C5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2" name="footer-page">
            <a:extLst xmlns:a="http://schemas.openxmlformats.org/drawingml/2006/main">
              <a:ext uri="{FF2B5EF4-FFF2-40B4-BE49-F238E27FC236}">
                <a16:creationId xmlns:a16="http://schemas.microsoft.com/office/drawing/2014/main" id="{8F4BFBB7-F193-4CB5-82BF-9DDFC3DA8C77}"/>
              </a:ext>
            </a:extLst>
          </p:cNvPr>
          <p:cNvSpPr>
            <a:spLocks xmlns:a="http://schemas.openxmlformats.org/drawingml/2006/main" noGrp="1"/>
          </p:cNvSpPr>
          <p:nvPr/>
        </p:nvSpPr>
        <p:spPr>
          <a:xfrm xmlns:a="http://schemas.openxmlformats.org/drawingml/2006/main">
            <a:off x="8572500" y="6629400"/>
            <a:ext cx="571500" cy="228600"/>
          </a:xfrm>
          <a:prstGeom xmlns:a="http://schemas.openxmlformats.org/drawingml/2006/main" prst="rect">
            <a:avLst/>
          </a:prstGeom>
          <a:solidFill xmlns:a="http://schemas.openxmlformats.org/drawingml/2006/main">
            <a:srgbClr val="B8BBD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4" name="矩形 13">
            <a:extLst xmlns:a="http://schemas.openxmlformats.org/drawingml/2006/main">
              <a:ext uri="{FF2B5EF4-FFF2-40B4-BE49-F238E27FC236}">
                <a16:creationId xmlns:a16="http://schemas.microsoft.com/office/drawing/2014/main" id="{55A543AC-531A-43E0-925F-F7308DBF5786}"/>
              </a:ext>
            </a:extLst>
          </p:cNvPr>
          <p:cNvSpPr>
            <a:spLocks xmlns:a="http://schemas.openxmlformats.org/drawingml/2006/main" noGrp="1"/>
          </p:cNvSpPr>
          <p:nvPr/>
        </p:nvSpPr>
        <p:spPr>
          <a:xfrm xmlns:a="http://schemas.openxmlformats.org/drawingml/2006/main">
            <a:off x="3810000" y="66294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EE5110/EE6110</a:t>
            </a:r>
            <a:endParaRPr sz="1050" b="0" i="0">
              <a:solidFill>
                <a:srgbClr val="242424"/>
              </a:solidFill>
              <a:latin typeface="Arial"/>
              <a:ea typeface="Arial"/>
              <a:cs typeface="Arial"/>
            </a:endParaRPr>
          </a:p>
        </p:txBody>
      </p:sp>
      <p:sp>
        <p:nvSpPr>
          <p:cNvPr id="15" name="矩形 14">
            <a:extLst xmlns:a="http://schemas.openxmlformats.org/drawingml/2006/main">
              <a:ext uri="{FF2B5EF4-FFF2-40B4-BE49-F238E27FC236}">
                <a16:creationId xmlns:a16="http://schemas.microsoft.com/office/drawing/2014/main" id="{79ECE42A-F5B5-46D6-8CD7-8C4D165033CA}"/>
              </a:ext>
            </a:extLst>
          </p:cNvPr>
          <p:cNvSpPr>
            <a:spLocks xmlns:a="http://schemas.openxmlformats.org/drawingml/2006/main" noGrp="1"/>
          </p:cNvSpPr>
          <p:nvPr/>
        </p:nvSpPr>
        <p:spPr>
          <a:xfrm xmlns:a="http://schemas.openxmlformats.org/drawingml/2006/main">
            <a:off x="6572250" y="66294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975" b="0" i="0">
                <a:solidFill>
                  <a:srgbClr val="242424"/>
                </a:solidFill>
                <a:latin typeface="Arial"/>
                <a:ea typeface="Arial"/>
                <a:cs typeface="Arial"/>
              </a:defRPr>
            </a:pPr>
            <a:r>
              <a:rPr sz="975" b="0" i="0">
                <a:solidFill>
                  <a:srgbClr val="242424"/>
                </a:solidFill>
                <a:latin typeface="Arial"/>
                <a:ea typeface="Arial"/>
                <a:cs typeface="Arial"/>
              </a:rPr>
              <a:t>Event Camera Simulator</a:t>
            </a:r>
            <a:endParaRPr sz="975" b="0" i="0">
              <a:solidFill>
                <a:srgbClr val="242424"/>
              </a:solidFill>
              <a:latin typeface="Arial"/>
              <a:ea typeface="Arial"/>
              <a:cs typeface="Arial"/>
            </a:endParaRPr>
          </a:p>
        </p:txBody>
      </p:sp>
      <p:sp>
        <p:nvSpPr>
          <p:cNvPr id="16" name="page-number">
            <a:extLst xmlns:a="http://schemas.openxmlformats.org/drawingml/2006/main">
              <a:ext uri="{FF2B5EF4-FFF2-40B4-BE49-F238E27FC236}">
                <a16:creationId xmlns:a16="http://schemas.microsoft.com/office/drawing/2014/main" id="{BE8144C1-967D-4A90-BD19-2DC558EEFB62}"/>
              </a:ext>
            </a:extLst>
          </p:cNvPr>
          <p:cNvSpPr>
            <a:spLocks xmlns:a="http://schemas.openxmlformats.org/drawingml/2006/main" noGrp="1"/>
          </p:cNvSpPr>
          <p:nvPr/>
        </p:nvSpPr>
        <p:spPr>
          <a:xfrm xmlns:a="http://schemas.openxmlformats.org/drawingml/2006/main">
            <a:off x="8677275" y="66294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a:solidFill>
                  <a:srgbClr val="242424"/>
                </a:solidFill>
                <a:latin typeface="Arial"/>
                <a:ea typeface="Arial"/>
                <a:cs typeface="Arial"/>
              </a:rPr>
              <a:t>9</a:t>
            </a:r>
            <a:endParaRPr sz="1050" b="0" i="0">
              <a:solidFill>
                <a:srgbClr val="242424"/>
              </a:solidFill>
              <a:latin typeface="Arial"/>
              <a:ea typeface="Arial"/>
              <a:cs typeface="Arial"/>
            </a:endParaRPr>
          </a:p>
        </p:txBody>
      </p:sp>
      <p:sp>
        <p:nvSpPr>
          <p:cNvPr id="18" name="矩形 17">
            <a:extLst xmlns:a="http://schemas.openxmlformats.org/drawingml/2006/main">
              <a:ext uri="{FF2B5EF4-FFF2-40B4-BE49-F238E27FC236}">
                <a16:creationId xmlns:a16="http://schemas.microsoft.com/office/drawing/2014/main" id="{27F1FF0E-9023-4507-90B3-95C6AEF7A5A4}"/>
              </a:ext>
            </a:extLst>
          </p:cNvPr>
          <p:cNvSpPr>
            <a:spLocks xmlns:a="http://schemas.openxmlformats.org/drawingml/2006/main" noGrp="1"/>
          </p:cNvSpPr>
          <p:nvPr/>
        </p:nvSpPr>
        <p:spPr>
          <a:xfrm xmlns:a="http://schemas.openxmlformats.org/drawingml/2006/main">
            <a:off x="904875" y="66294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Group</a:t>
            </a:r>
            <a:r>
              <a:rPr sz="1050" b="0" i="0">
                <a:solidFill>
                  <a:srgbClr val="242424"/>
                </a:solidFill>
                <a:latin typeface="Arial"/>
                <a:ea typeface="Arial"/>
                <a:cs typeface="Arial"/>
              </a:rPr>
              <a:t> 1</a:t>
            </a:r>
            <a:r>
              <a:rPr sz="1050" b="0" i="0">
                <a:solidFill>
                  <a:srgbClr val="242424"/>
                </a:solidFill>
                <a:latin typeface="Arial"/>
                <a:ea typeface="Arial"/>
                <a:cs typeface="Arial"/>
              </a:rPr>
              <a:t>3</a:t>
            </a:r>
            <a:endParaRPr sz="1050" b="0" i="0">
              <a:solidFill>
                <a:srgbClr val="242424"/>
              </a:solidFill>
              <a:latin typeface="Arial"/>
              <a:ea typeface="Arial"/>
              <a:cs typeface="Arial"/>
            </a:endParaRPr>
          </a:p>
        </p:txBody>
      </p:sp>
    </p:spTree>
    <p:extLst>
      <p:ext uri="{BB962C8B-B14F-4D97-AF65-F5344CB8AC3E}">
        <p14:creationId xmlns:p14="http://schemas.microsoft.com/office/powerpoint/2010/main" val="183008352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title-band">
            <a:extLst xmlns:a="http://schemas.openxmlformats.org/drawingml/2006/main">
              <a:ext uri="{FF2B5EF4-FFF2-40B4-BE49-F238E27FC236}">
                <a16:creationId xmlns:a16="http://schemas.microsoft.com/office/drawing/2014/main" id="{66BA8C54-D9FF-46E2-A687-5D58C1154FF7}"/>
              </a:ext>
            </a:extLst>
          </p:cNvPr>
          <p:cNvSpPr>
            <a:spLocks xmlns:a="http://schemas.openxmlformats.org/drawingml/2006/main" noGrp="1"/>
          </p:cNvSpPr>
          <p:nvPr/>
        </p:nvSpPr>
        <p:spPr>
          <a:xfrm xmlns:a="http://schemas.openxmlformats.org/drawingml/2006/main">
            <a:off x="0" y="0"/>
            <a:ext cx="9144000" cy="838200"/>
          </a:xfrm>
          <a:prstGeom xmlns:a="http://schemas.openxmlformats.org/drawingml/2006/main" prst="rect">
            <a:avLst/>
          </a:prstGeom>
          <a:solidFill xmlns:a="http://schemas.openxmlformats.org/drawingml/2006/main">
            <a:srgbClr val="F0F0F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slide-title">
            <a:extLst xmlns:a="http://schemas.openxmlformats.org/drawingml/2006/main">
              <a:ext uri="{FF2B5EF4-FFF2-40B4-BE49-F238E27FC236}">
                <a16:creationId xmlns:a16="http://schemas.microsoft.com/office/drawing/2014/main" id="{1CEFC140-949C-4E88-8AF6-AD7A10204C36}"/>
              </a:ext>
            </a:extLst>
          </p:cNvPr>
          <p:cNvSpPr>
            <a:spLocks xmlns:a="http://schemas.openxmlformats.org/drawingml/2006/main" noGrp="1"/>
          </p:cNvSpPr>
          <p:nvPr/>
        </p:nvSpPr>
        <p:spPr>
          <a:xfrm xmlns:a="http://schemas.openxmlformats.org/drawingml/2006/main">
            <a:off x="323850" y="133350"/>
            <a:ext cx="7048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2550" b="0" i="0">
                <a:solidFill>
                  <a:srgbClr val="074B82"/>
                </a:solidFill>
                <a:latin typeface="Arial"/>
                <a:ea typeface="Arial"/>
                <a:cs typeface="Arial"/>
              </a:defRPr>
            </a:pPr>
            <a:r>
              <a:rPr sz="2550" b="0" i="0">
                <a:solidFill>
                  <a:srgbClr val="074B82"/>
                </a:solidFill>
                <a:latin typeface="Arial"/>
                <a:ea typeface="Arial"/>
                <a:cs typeface="Arial"/>
              </a:rPr>
              <a:t>System Architecture</a:t>
            </a:r>
            <a:endParaRPr sz="2550" b="0" i="0">
              <a:solidFill>
                <a:srgbClr val="074B82"/>
              </a:solidFill>
              <a:latin typeface="Arial"/>
              <a:ea typeface="Arial"/>
              <a:cs typeface="Arial"/>
            </a:endParaRPr>
          </a:p>
        </p:txBody>
      </p:sp>
      <p:sp>
        <p:nvSpPr>
          <p:cNvPr id="34" name="footer-left">
            <a:extLst xmlns:a="http://schemas.openxmlformats.org/drawingml/2006/main">
              <a:ext uri="{FF2B5EF4-FFF2-40B4-BE49-F238E27FC236}">
                <a16:creationId xmlns:a16="http://schemas.microsoft.com/office/drawing/2014/main" id="{47F663FC-FBBE-4B85-9BF9-EED46ABCEFC0}"/>
              </a:ext>
            </a:extLst>
          </p:cNvPr>
          <p:cNvSpPr>
            <a:spLocks xmlns:a="http://schemas.openxmlformats.org/drawingml/2006/main" noGrp="1"/>
          </p:cNvSpPr>
          <p:nvPr/>
        </p:nvSpPr>
        <p:spPr>
          <a:xfrm xmlns:a="http://schemas.openxmlformats.org/drawingml/2006/main">
            <a:off x="0" y="6629400"/>
            <a:ext cx="3048000" cy="228600"/>
          </a:xfrm>
          <a:prstGeom xmlns:a="http://schemas.openxmlformats.org/drawingml/2006/main" prst="rect">
            <a:avLst/>
          </a:prstGeom>
          <a:solidFill xmlns:a="http://schemas.openxmlformats.org/drawingml/2006/main">
            <a:srgbClr val="C4C5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5" name="footer-center">
            <a:extLst xmlns:a="http://schemas.openxmlformats.org/drawingml/2006/main">
              <a:ext uri="{FF2B5EF4-FFF2-40B4-BE49-F238E27FC236}">
                <a16:creationId xmlns:a16="http://schemas.microsoft.com/office/drawing/2014/main" id="{3291C245-9EF8-48EF-8886-1F6D4FA2D6FA}"/>
              </a:ext>
            </a:extLst>
          </p:cNvPr>
          <p:cNvSpPr>
            <a:spLocks xmlns:a="http://schemas.openxmlformats.org/drawingml/2006/main" noGrp="1"/>
          </p:cNvSpPr>
          <p:nvPr/>
        </p:nvSpPr>
        <p:spPr>
          <a:xfrm xmlns:a="http://schemas.openxmlformats.org/drawingml/2006/main">
            <a:off x="3048000" y="6629400"/>
            <a:ext cx="3048000" cy="228600"/>
          </a:xfrm>
          <a:prstGeom xmlns:a="http://schemas.openxmlformats.org/drawingml/2006/main" prst="rect">
            <a:avLst/>
          </a:prstGeom>
          <a:solidFill xmlns:a="http://schemas.openxmlformats.org/drawingml/2006/main">
            <a:srgbClr val="B8BBD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6" name="footer-right">
            <a:extLst xmlns:a="http://schemas.openxmlformats.org/drawingml/2006/main">
              <a:ext uri="{FF2B5EF4-FFF2-40B4-BE49-F238E27FC236}">
                <a16:creationId xmlns:a16="http://schemas.microsoft.com/office/drawing/2014/main" id="{7F8F2CD1-8495-4737-9F9C-447B1C550B03}"/>
              </a:ext>
            </a:extLst>
          </p:cNvPr>
          <p:cNvSpPr>
            <a:spLocks xmlns:a="http://schemas.openxmlformats.org/drawingml/2006/main" noGrp="1"/>
          </p:cNvSpPr>
          <p:nvPr/>
        </p:nvSpPr>
        <p:spPr>
          <a:xfrm xmlns:a="http://schemas.openxmlformats.org/drawingml/2006/main">
            <a:off x="6096000" y="6629400"/>
            <a:ext cx="2476500" cy="228600"/>
          </a:xfrm>
          <a:prstGeom xmlns:a="http://schemas.openxmlformats.org/drawingml/2006/main" prst="rect">
            <a:avLst/>
          </a:prstGeom>
          <a:solidFill xmlns:a="http://schemas.openxmlformats.org/drawingml/2006/main">
            <a:srgbClr val="C4C5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7" name="footer-page">
            <a:extLst xmlns:a="http://schemas.openxmlformats.org/drawingml/2006/main">
              <a:ext uri="{FF2B5EF4-FFF2-40B4-BE49-F238E27FC236}">
                <a16:creationId xmlns:a16="http://schemas.microsoft.com/office/drawing/2014/main" id="{D37BF956-1AC4-4C13-AEFF-FB7CFFDE8B39}"/>
              </a:ext>
            </a:extLst>
          </p:cNvPr>
          <p:cNvSpPr>
            <a:spLocks xmlns:a="http://schemas.openxmlformats.org/drawingml/2006/main" noGrp="1"/>
          </p:cNvSpPr>
          <p:nvPr/>
        </p:nvSpPr>
        <p:spPr>
          <a:xfrm xmlns:a="http://schemas.openxmlformats.org/drawingml/2006/main">
            <a:off x="8572500" y="6629400"/>
            <a:ext cx="571500" cy="228600"/>
          </a:xfrm>
          <a:prstGeom xmlns:a="http://schemas.openxmlformats.org/drawingml/2006/main" prst="rect">
            <a:avLst/>
          </a:prstGeom>
          <a:solidFill xmlns:a="http://schemas.openxmlformats.org/drawingml/2006/main">
            <a:srgbClr val="B8BBD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9" name="矩形 38">
            <a:extLst xmlns:a="http://schemas.openxmlformats.org/drawingml/2006/main">
              <a:ext uri="{FF2B5EF4-FFF2-40B4-BE49-F238E27FC236}">
                <a16:creationId xmlns:a16="http://schemas.microsoft.com/office/drawing/2014/main" id="{5E28BA6D-0516-4096-A1F8-90139C996190}"/>
              </a:ext>
            </a:extLst>
          </p:cNvPr>
          <p:cNvSpPr>
            <a:spLocks xmlns:a="http://schemas.openxmlformats.org/drawingml/2006/main" noGrp="1"/>
          </p:cNvSpPr>
          <p:nvPr/>
        </p:nvSpPr>
        <p:spPr>
          <a:xfrm xmlns:a="http://schemas.openxmlformats.org/drawingml/2006/main">
            <a:off x="3810000" y="66294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EE5110/EE6110</a:t>
            </a:r>
            <a:endParaRPr sz="1050" b="0" i="0">
              <a:solidFill>
                <a:srgbClr val="242424"/>
              </a:solidFill>
              <a:latin typeface="Arial"/>
              <a:ea typeface="Arial"/>
              <a:cs typeface="Arial"/>
            </a:endParaRPr>
          </a:p>
        </p:txBody>
      </p:sp>
      <p:sp>
        <p:nvSpPr>
          <p:cNvPr id="40" name="矩形 39">
            <a:extLst xmlns:a="http://schemas.openxmlformats.org/drawingml/2006/main">
              <a:ext uri="{FF2B5EF4-FFF2-40B4-BE49-F238E27FC236}">
                <a16:creationId xmlns:a16="http://schemas.microsoft.com/office/drawing/2014/main" id="{D9840B7F-97AA-490D-AADD-67CAB95D911A}"/>
              </a:ext>
            </a:extLst>
          </p:cNvPr>
          <p:cNvSpPr>
            <a:spLocks xmlns:a="http://schemas.openxmlformats.org/drawingml/2006/main" noGrp="1"/>
          </p:cNvSpPr>
          <p:nvPr/>
        </p:nvSpPr>
        <p:spPr>
          <a:xfrm xmlns:a="http://schemas.openxmlformats.org/drawingml/2006/main">
            <a:off x="6572250" y="66294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975" b="0" i="0">
                <a:solidFill>
                  <a:srgbClr val="242424"/>
                </a:solidFill>
                <a:latin typeface="Arial"/>
                <a:ea typeface="Arial"/>
                <a:cs typeface="Arial"/>
              </a:defRPr>
            </a:pPr>
            <a:r>
              <a:rPr sz="975" b="0" i="0">
                <a:solidFill>
                  <a:srgbClr val="242424"/>
                </a:solidFill>
                <a:latin typeface="Arial"/>
                <a:ea typeface="Arial"/>
                <a:cs typeface="Arial"/>
              </a:rPr>
              <a:t>Event Camera Simulator</a:t>
            </a:r>
            <a:endParaRPr sz="975" b="0" i="0">
              <a:solidFill>
                <a:srgbClr val="242424"/>
              </a:solidFill>
              <a:latin typeface="Arial"/>
              <a:ea typeface="Arial"/>
              <a:cs typeface="Arial"/>
            </a:endParaRPr>
          </a:p>
        </p:txBody>
      </p:sp>
      <p:sp>
        <p:nvSpPr>
          <p:cNvPr id="41" name="矩形 40">
            <a:extLst xmlns:a="http://schemas.openxmlformats.org/drawingml/2006/main">
              <a:ext uri="{FF2B5EF4-FFF2-40B4-BE49-F238E27FC236}">
                <a16:creationId xmlns:a16="http://schemas.microsoft.com/office/drawing/2014/main" id="{D984BAED-D894-4E86-8C77-974029EBECE5}"/>
              </a:ext>
            </a:extLst>
          </p:cNvPr>
          <p:cNvSpPr>
            <a:spLocks xmlns:a="http://schemas.openxmlformats.org/drawingml/2006/main" noGrp="1"/>
          </p:cNvSpPr>
          <p:nvPr/>
        </p:nvSpPr>
        <p:spPr>
          <a:xfrm xmlns:a="http://schemas.openxmlformats.org/drawingml/2006/main">
            <a:off x="8677275" y="66294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10</a:t>
            </a:r>
            <a:endParaRPr sz="1050" b="0" i="0">
              <a:solidFill>
                <a:srgbClr val="242424"/>
              </a:solidFill>
              <a:latin typeface="Arial"/>
              <a:ea typeface="Arial"/>
              <a:cs typeface="Arial"/>
            </a:endParaRPr>
          </a:p>
        </p:txBody>
      </p:sp>
      <p:sp>
        <p:nvSpPr>
          <p:cNvPr id="14" name="矩形 13">
            <a:extLst xmlns:a="http://schemas.openxmlformats.org/drawingml/2006/main">
              <a:ext uri="{FF2B5EF4-FFF2-40B4-BE49-F238E27FC236}">
                <a16:creationId xmlns:a16="http://schemas.microsoft.com/office/drawing/2014/main" id="{8CC6AEA1-3C4F-4CDC-85B4-10A91871F1DB}"/>
              </a:ext>
            </a:extLst>
          </p:cNvPr>
          <p:cNvSpPr>
            <a:spLocks xmlns:a="http://schemas.openxmlformats.org/drawingml/2006/main" noGrp="1"/>
          </p:cNvSpPr>
          <p:nvPr/>
        </p:nvSpPr>
        <p:spPr>
          <a:xfrm xmlns:a="http://schemas.openxmlformats.org/drawingml/2006/main">
            <a:off x="904875" y="66294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Group</a:t>
            </a:r>
            <a:r>
              <a:rPr sz="1050" b="0" i="0">
                <a:solidFill>
                  <a:srgbClr val="242424"/>
                </a:solidFill>
                <a:latin typeface="Arial"/>
                <a:ea typeface="Arial"/>
                <a:cs typeface="Arial"/>
              </a:rPr>
              <a:t> 1</a:t>
            </a:r>
            <a:r>
              <a:rPr sz="1050" b="0" i="0">
                <a:solidFill>
                  <a:srgbClr val="242424"/>
                </a:solidFill>
                <a:latin typeface="Arial"/>
                <a:ea typeface="Arial"/>
                <a:cs typeface="Arial"/>
              </a:rPr>
              <a:t>3</a:t>
            </a:r>
            <a:endParaRPr sz="1050" b="0" i="0">
              <a:solidFill>
                <a:srgbClr val="242424"/>
              </a:solidFill>
              <a:latin typeface="Arial"/>
              <a:ea typeface="Arial"/>
              <a:cs typeface="Arial"/>
            </a:endParaRPr>
          </a:p>
        </p:txBody>
      </p:sp>
      <p:sp>
        <p:nvSpPr>
          <p:cNvPr id="43" name="architecture-subtitle">
            <a:extLst xmlns:a="http://schemas.openxmlformats.org/drawingml/2006/main">
              <a:ext uri="{FF2B5EF4-FFF2-40B4-BE49-F238E27FC236}">
                <a16:creationId xmlns:a16="http://schemas.microsoft.com/office/drawing/2014/main" id="{C334DA51-70E9-49C1-ACE4-23752E69F2E3}"/>
              </a:ext>
            </a:extLst>
          </p:cNvPr>
          <p:cNvSpPr>
            <a:spLocks xmlns:a="http://schemas.openxmlformats.org/drawingml/2006/main" noGrp="1"/>
          </p:cNvSpPr>
          <p:nvPr/>
        </p:nvSpPr>
        <p:spPr>
          <a:xfrm xmlns:a="http://schemas.openxmlformats.org/drawingml/2006/main">
            <a:off x="400050" y="971550"/>
            <a:ext cx="8343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ctr">
              <a:buNone/>
              <a:defRPr sz="1350" b="1">
                <a:solidFill>
                  <a:srgbClr val="C8180A"/>
                </a:solidFill>
                <a:latin typeface="Arial"/>
                <a:ea typeface="Arial"/>
                <a:cs typeface="Arial"/>
              </a:defRPr>
            </a:pPr>
            <a:r>
              <a:rPr sz="1350" b="1">
                <a:solidFill>
                  <a:srgbClr val="C8180A"/>
                </a:solidFill>
                <a:latin typeface="Arial"/>
                <a:ea typeface="Arial"/>
                <a:cs typeface="Arial"/>
              </a:rPr>
              <a:t>Modules keep media handling, event mathematics and presentation concerns separate</a:t>
            </a:r>
          </a:p>
        </p:txBody>
      </p:sp>
      <p:sp>
        <p:nvSpPr>
          <p:cNvPr id="44" name="module-Video I/O">
            <a:extLst xmlns:a="http://schemas.openxmlformats.org/drawingml/2006/main">
              <a:ext uri="{FF2B5EF4-FFF2-40B4-BE49-F238E27FC236}">
                <a16:creationId xmlns:a16="http://schemas.microsoft.com/office/drawing/2014/main" id="{7AD258E5-C1A1-457A-BFD3-66182C2DF27B}"/>
              </a:ext>
            </a:extLst>
          </p:cNvPr>
          <p:cNvSpPr>
            <a:spLocks xmlns:a="http://schemas.openxmlformats.org/drawingml/2006/main" noGrp="1"/>
          </p:cNvSpPr>
          <p:nvPr/>
        </p:nvSpPr>
        <p:spPr>
          <a:xfrm xmlns:a="http://schemas.openxmlformats.org/drawingml/2006/main">
            <a:off x="361950" y="1657350"/>
            <a:ext cx="1257300" cy="876300"/>
          </a:xfrm>
          <a:prstGeom xmlns:a="http://schemas.openxmlformats.org/drawingml/2006/main" prst="roundRect">
            <a:avLst>
              <a:gd name="adj" fmla="val 8696"/>
            </a:avLst>
          </a:prstGeom>
          <a:solidFill xmlns:a="http://schemas.openxmlformats.org/drawingml/2006/main">
            <a:srgbClr val="E8F4EE"/>
          </a:solidFill>
          <a:ln xmlns:a="http://schemas.openxmlformats.org/drawingml/2006/main" w="13335">
            <a:solidFill>
              <a:srgbClr val="16875B"/>
            </a:solidFill>
          </a:ln>
        </p:spPr>
      </p:sp>
      <p:sp>
        <p:nvSpPr>
          <p:cNvPr id="45" name="module-title-Video I/O">
            <a:extLst xmlns:a="http://schemas.openxmlformats.org/drawingml/2006/main">
              <a:ext uri="{FF2B5EF4-FFF2-40B4-BE49-F238E27FC236}">
                <a16:creationId xmlns:a16="http://schemas.microsoft.com/office/drawing/2014/main" id="{3F2227E3-9115-412A-84FB-A1778DB5CF75}"/>
              </a:ext>
            </a:extLst>
          </p:cNvPr>
          <p:cNvSpPr>
            <a:spLocks xmlns:a="http://schemas.openxmlformats.org/drawingml/2006/main" noGrp="1"/>
          </p:cNvSpPr>
          <p:nvPr/>
        </p:nvSpPr>
        <p:spPr>
          <a:xfrm xmlns:a="http://schemas.openxmlformats.org/drawingml/2006/main">
            <a:off x="438150" y="1752600"/>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275" b="1">
                <a:solidFill>
                  <a:srgbClr val="074B82"/>
                </a:solidFill>
                <a:latin typeface="Arial"/>
                <a:ea typeface="Arial"/>
                <a:cs typeface="Arial"/>
              </a:defRPr>
            </a:pPr>
            <a:r>
              <a:rPr sz="1275" b="1">
                <a:solidFill>
                  <a:srgbClr val="074B82"/>
                </a:solidFill>
                <a:latin typeface="Arial"/>
                <a:ea typeface="Arial"/>
                <a:cs typeface="Arial"/>
              </a:rPr>
              <a:t>Video I/O</a:t>
            </a:r>
          </a:p>
        </p:txBody>
      </p:sp>
      <p:sp>
        <p:nvSpPr>
          <p:cNvPr id="46" name="module-detail-Video I/O">
            <a:extLst xmlns:a="http://schemas.openxmlformats.org/drawingml/2006/main">
              <a:ext uri="{FF2B5EF4-FFF2-40B4-BE49-F238E27FC236}">
                <a16:creationId xmlns:a16="http://schemas.microsoft.com/office/drawing/2014/main" id="{3EE53A81-C82F-4176-BA9A-5B3C9F4523EA}"/>
              </a:ext>
            </a:extLst>
          </p:cNvPr>
          <p:cNvSpPr>
            <a:spLocks xmlns:a="http://schemas.openxmlformats.org/drawingml/2006/main" noGrp="1"/>
          </p:cNvSpPr>
          <p:nvPr/>
        </p:nvSpPr>
        <p:spPr>
          <a:xfrm xmlns:a="http://schemas.openxmlformats.org/drawingml/2006/main">
            <a:off x="438150" y="2038350"/>
            <a:ext cx="1104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0" rIns="19050" bIns="0" anchor="ctr">
            <a:normAutofit fontScale="100000"/>
          </a:bodyPr>
          <a:lstStyle xmlns:a="http://schemas.openxmlformats.org/drawingml/2006/main"/>
          <a:p xmlns:a="http://schemas.openxmlformats.org/drawingml/2006/main">
            <a:pPr algn="ctr">
              <a:buNone/>
              <a:defRPr sz="900" b="0">
                <a:solidFill>
                  <a:srgbClr val="555555"/>
                </a:solidFill>
                <a:latin typeface="Arial"/>
                <a:ea typeface="Arial"/>
                <a:cs typeface="Arial"/>
              </a:defRPr>
            </a:pPr>
            <a:r>
              <a:rPr sz="900" b="0">
                <a:solidFill>
                  <a:srgbClr val="555555"/>
                </a:solidFill>
                <a:latin typeface="Arial"/>
                <a:ea typeface="Arial"/>
                <a:cs typeface="Arial"/>
              </a:rPr>
              <a:t>Decode BGR frames</a:t>
            </a:r>
          </a:p>
          <a:p xmlns:a="http://schemas.openxmlformats.org/drawingml/2006/main">
            <a:pPr algn="ctr">
              <a:buNone/>
              <a:defRPr sz="900" b="0">
                <a:solidFill>
                  <a:srgbClr val="555555"/>
                </a:solidFill>
                <a:latin typeface="Arial"/>
                <a:ea typeface="Arial"/>
                <a:cs typeface="Arial"/>
              </a:defRPr>
            </a:pPr>
            <a:r>
              <a:rPr sz="900" b="0">
                <a:solidFill>
                  <a:srgbClr val="555555"/>
                </a:solidFill>
                <a:latin typeface="Arial"/>
                <a:ea typeface="Arial"/>
                <a:cs typeface="Arial"/>
              </a:rPr>
              <a:t>and timestamps</a:t>
            </a:r>
          </a:p>
        </p:txBody>
      </p:sp>
      <p:sp>
        <p:nvSpPr>
          <p:cNvPr id="47" name="module-Preprocessing">
            <a:extLst xmlns:a="http://schemas.openxmlformats.org/drawingml/2006/main">
              <a:ext uri="{FF2B5EF4-FFF2-40B4-BE49-F238E27FC236}">
                <a16:creationId xmlns:a16="http://schemas.microsoft.com/office/drawing/2014/main" id="{3F5C2992-E0AE-4238-AD24-7222D36B55FC}"/>
              </a:ext>
            </a:extLst>
          </p:cNvPr>
          <p:cNvSpPr>
            <a:spLocks xmlns:a="http://schemas.openxmlformats.org/drawingml/2006/main" noGrp="1"/>
          </p:cNvSpPr>
          <p:nvPr/>
        </p:nvSpPr>
        <p:spPr>
          <a:xfrm xmlns:a="http://schemas.openxmlformats.org/drawingml/2006/main">
            <a:off x="1905000" y="1657350"/>
            <a:ext cx="1409700" cy="876300"/>
          </a:xfrm>
          <a:prstGeom xmlns:a="http://schemas.openxmlformats.org/drawingml/2006/main" prst="roundRect">
            <a:avLst>
              <a:gd name="adj" fmla="val 8696"/>
            </a:avLst>
          </a:prstGeom>
          <a:solidFill xmlns:a="http://schemas.openxmlformats.org/drawingml/2006/main">
            <a:srgbClr val="EEF5FA"/>
          </a:solidFill>
          <a:ln xmlns:a="http://schemas.openxmlformats.org/drawingml/2006/main" w="13335">
            <a:solidFill>
              <a:srgbClr val="1670C1"/>
            </a:solidFill>
          </a:ln>
        </p:spPr>
      </p:sp>
      <p:sp>
        <p:nvSpPr>
          <p:cNvPr id="48" name="module-title-Preprocessing">
            <a:extLst xmlns:a="http://schemas.openxmlformats.org/drawingml/2006/main">
              <a:ext uri="{FF2B5EF4-FFF2-40B4-BE49-F238E27FC236}">
                <a16:creationId xmlns:a16="http://schemas.microsoft.com/office/drawing/2014/main" id="{DA44C65F-004E-495B-BD19-8DD7FB874466}"/>
              </a:ext>
            </a:extLst>
          </p:cNvPr>
          <p:cNvSpPr>
            <a:spLocks xmlns:a="http://schemas.openxmlformats.org/drawingml/2006/main" noGrp="1"/>
          </p:cNvSpPr>
          <p:nvPr/>
        </p:nvSpPr>
        <p:spPr>
          <a:xfrm xmlns:a="http://schemas.openxmlformats.org/drawingml/2006/main">
            <a:off x="1981200" y="1752600"/>
            <a:ext cx="1257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275" b="1">
                <a:solidFill>
                  <a:srgbClr val="074B82"/>
                </a:solidFill>
                <a:latin typeface="Arial"/>
                <a:ea typeface="Arial"/>
                <a:cs typeface="Arial"/>
              </a:defRPr>
            </a:pPr>
            <a:r>
              <a:rPr sz="1275" b="1">
                <a:solidFill>
                  <a:srgbClr val="074B82"/>
                </a:solidFill>
                <a:latin typeface="Arial"/>
                <a:ea typeface="Arial"/>
                <a:cs typeface="Arial"/>
              </a:rPr>
              <a:t>Preprocessing</a:t>
            </a:r>
          </a:p>
        </p:txBody>
      </p:sp>
      <p:sp>
        <p:nvSpPr>
          <p:cNvPr id="49" name="module-detail-Preprocessing">
            <a:extLst xmlns:a="http://schemas.openxmlformats.org/drawingml/2006/main">
              <a:ext uri="{FF2B5EF4-FFF2-40B4-BE49-F238E27FC236}">
                <a16:creationId xmlns:a16="http://schemas.microsoft.com/office/drawing/2014/main" id="{61E7CCC4-7FFF-440F-AADA-FAFCDEC7242A}"/>
              </a:ext>
            </a:extLst>
          </p:cNvPr>
          <p:cNvSpPr>
            <a:spLocks xmlns:a="http://schemas.openxmlformats.org/drawingml/2006/main" noGrp="1"/>
          </p:cNvSpPr>
          <p:nvPr/>
        </p:nvSpPr>
        <p:spPr>
          <a:xfrm xmlns:a="http://schemas.openxmlformats.org/drawingml/2006/main">
            <a:off x="1981200" y="2038350"/>
            <a:ext cx="1257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0" rIns="19050" bIns="0" anchor="ctr">
            <a:normAutofit fontScale="100000"/>
          </a:bodyPr>
          <a:lstStyle xmlns:a="http://schemas.openxmlformats.org/drawingml/2006/main"/>
          <a:p xmlns:a="http://schemas.openxmlformats.org/drawingml/2006/main">
            <a:pPr algn="ctr">
              <a:buNone/>
              <a:defRPr sz="900" b="0">
                <a:solidFill>
                  <a:srgbClr val="555555"/>
                </a:solidFill>
                <a:latin typeface="Arial"/>
                <a:ea typeface="Arial"/>
                <a:cs typeface="Arial"/>
              </a:defRPr>
            </a:pPr>
            <a:r>
              <a:rPr sz="900" b="0">
                <a:solidFill>
                  <a:srgbClr val="555555"/>
                </a:solidFill>
                <a:latin typeface="Arial"/>
                <a:ea typeface="Arial"/>
                <a:cs typeface="Arial"/>
              </a:rPr>
              <a:t>Grayscale, normalize</a:t>
            </a:r>
          </a:p>
          <a:p xmlns:a="http://schemas.openxmlformats.org/drawingml/2006/main">
            <a:pPr algn="ctr">
              <a:buNone/>
              <a:defRPr sz="900" b="0">
                <a:solidFill>
                  <a:srgbClr val="555555"/>
                </a:solidFill>
                <a:latin typeface="Arial"/>
                <a:ea typeface="Arial"/>
                <a:cs typeface="Arial"/>
              </a:defRPr>
            </a:pPr>
            <a:r>
              <a:rPr sz="900" b="0">
                <a:solidFill>
                  <a:srgbClr val="555555"/>
                </a:solidFill>
                <a:latin typeface="Arial"/>
                <a:ea typeface="Arial"/>
                <a:cs typeface="Arial"/>
              </a:rPr>
              <a:t>and log intensity</a:t>
            </a:r>
          </a:p>
        </p:txBody>
      </p:sp>
      <p:sp>
        <p:nvSpPr>
          <p:cNvPr id="50" name="module-Simulator">
            <a:extLst xmlns:a="http://schemas.openxmlformats.org/drawingml/2006/main">
              <a:ext uri="{FF2B5EF4-FFF2-40B4-BE49-F238E27FC236}">
                <a16:creationId xmlns:a16="http://schemas.microsoft.com/office/drawing/2014/main" id="{5380016D-6CEC-4D2B-87F4-E5B00F01E9C1}"/>
              </a:ext>
            </a:extLst>
          </p:cNvPr>
          <p:cNvSpPr>
            <a:spLocks xmlns:a="http://schemas.openxmlformats.org/drawingml/2006/main" noGrp="1"/>
          </p:cNvSpPr>
          <p:nvPr/>
        </p:nvSpPr>
        <p:spPr>
          <a:xfrm xmlns:a="http://schemas.openxmlformats.org/drawingml/2006/main">
            <a:off x="3600450" y="1657350"/>
            <a:ext cx="1695450" cy="876300"/>
          </a:xfrm>
          <a:prstGeom xmlns:a="http://schemas.openxmlformats.org/drawingml/2006/main" prst="roundRect">
            <a:avLst>
              <a:gd name="adj" fmla="val 8696"/>
            </a:avLst>
          </a:prstGeom>
          <a:solidFill xmlns:a="http://schemas.openxmlformats.org/drawingml/2006/main">
            <a:srgbClr val="DCE9F3"/>
          </a:solidFill>
          <a:ln xmlns:a="http://schemas.openxmlformats.org/drawingml/2006/main" w="13335">
            <a:solidFill>
              <a:srgbClr val="074B82"/>
            </a:solidFill>
          </a:ln>
        </p:spPr>
      </p:sp>
      <p:sp>
        <p:nvSpPr>
          <p:cNvPr id="51" name="module-title-Simulator">
            <a:extLst xmlns:a="http://schemas.openxmlformats.org/drawingml/2006/main">
              <a:ext uri="{FF2B5EF4-FFF2-40B4-BE49-F238E27FC236}">
                <a16:creationId xmlns:a16="http://schemas.microsoft.com/office/drawing/2014/main" id="{CAD456ED-D549-4F1A-9568-DA60322976B6}"/>
              </a:ext>
            </a:extLst>
          </p:cNvPr>
          <p:cNvSpPr>
            <a:spLocks xmlns:a="http://schemas.openxmlformats.org/drawingml/2006/main" noGrp="1"/>
          </p:cNvSpPr>
          <p:nvPr/>
        </p:nvSpPr>
        <p:spPr>
          <a:xfrm xmlns:a="http://schemas.openxmlformats.org/drawingml/2006/main">
            <a:off x="3676650" y="1752600"/>
            <a:ext cx="1543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275" b="1">
                <a:solidFill>
                  <a:srgbClr val="074B82"/>
                </a:solidFill>
                <a:latin typeface="Arial"/>
                <a:ea typeface="Arial"/>
                <a:cs typeface="Arial"/>
              </a:defRPr>
            </a:pPr>
            <a:r>
              <a:rPr sz="1275" b="1">
                <a:solidFill>
                  <a:srgbClr val="074B82"/>
                </a:solidFill>
                <a:latin typeface="Arial"/>
                <a:ea typeface="Arial"/>
                <a:cs typeface="Arial"/>
              </a:rPr>
              <a:t>Simulator</a:t>
            </a:r>
          </a:p>
        </p:txBody>
      </p:sp>
      <p:sp>
        <p:nvSpPr>
          <p:cNvPr id="52" name="module-detail-Simulator">
            <a:extLst xmlns:a="http://schemas.openxmlformats.org/drawingml/2006/main">
              <a:ext uri="{FF2B5EF4-FFF2-40B4-BE49-F238E27FC236}">
                <a16:creationId xmlns:a16="http://schemas.microsoft.com/office/drawing/2014/main" id="{8C45A0BB-E464-411B-B269-4E6D7D1893AB}"/>
              </a:ext>
            </a:extLst>
          </p:cNvPr>
          <p:cNvSpPr>
            <a:spLocks xmlns:a="http://schemas.openxmlformats.org/drawingml/2006/main" noGrp="1"/>
          </p:cNvSpPr>
          <p:nvPr/>
        </p:nvSpPr>
        <p:spPr>
          <a:xfrm xmlns:a="http://schemas.openxmlformats.org/drawingml/2006/main">
            <a:off x="3676650" y="2038350"/>
            <a:ext cx="1543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0" rIns="19050" bIns="0" anchor="ctr">
            <a:normAutofit fontScale="100000"/>
          </a:bodyPr>
          <a:lstStyle xmlns:a="http://schemas.openxmlformats.org/drawingml/2006/main"/>
          <a:p xmlns:a="http://schemas.openxmlformats.org/drawingml/2006/main">
            <a:pPr algn="ctr">
              <a:buNone/>
              <a:defRPr sz="900" b="0">
                <a:solidFill>
                  <a:srgbClr val="555555"/>
                </a:solidFill>
                <a:latin typeface="Arial"/>
                <a:ea typeface="Arial"/>
                <a:cs typeface="Arial"/>
              </a:defRPr>
            </a:pPr>
            <a:r>
              <a:rPr sz="900" b="0">
                <a:solidFill>
                  <a:srgbClr val="555555"/>
                </a:solidFill>
                <a:latin typeface="Arial"/>
                <a:ea typeface="Arial"/>
                <a:cs typeface="Arial"/>
              </a:rPr>
              <a:t>Own reference state</a:t>
            </a:r>
          </a:p>
          <a:p xmlns:a="http://schemas.openxmlformats.org/drawingml/2006/main">
            <a:pPr algn="ctr">
              <a:buNone/>
              <a:defRPr sz="900" b="0">
                <a:solidFill>
                  <a:srgbClr val="555555"/>
                </a:solidFill>
                <a:latin typeface="Arial"/>
                <a:ea typeface="Arial"/>
                <a:cs typeface="Arial"/>
              </a:defRPr>
            </a:pPr>
            <a:r>
              <a:rPr sz="900" b="0">
                <a:solidFill>
                  <a:srgbClr val="555555"/>
                </a:solidFill>
                <a:latin typeface="Arial"/>
                <a:ea typeface="Arial"/>
                <a:cs typeface="Arial"/>
              </a:rPr>
              <a:t>and process intervals</a:t>
            </a:r>
          </a:p>
        </p:txBody>
      </p:sp>
      <p:sp>
        <p:nvSpPr>
          <p:cNvPr id="53" name="module-Event I/O">
            <a:extLst xmlns:a="http://schemas.openxmlformats.org/drawingml/2006/main">
              <a:ext uri="{FF2B5EF4-FFF2-40B4-BE49-F238E27FC236}">
                <a16:creationId xmlns:a16="http://schemas.microsoft.com/office/drawing/2014/main" id="{D1B5474C-E2B0-47C1-8632-D29A1C8354D7}"/>
              </a:ext>
            </a:extLst>
          </p:cNvPr>
          <p:cNvSpPr>
            <a:spLocks xmlns:a="http://schemas.openxmlformats.org/drawingml/2006/main" noGrp="1"/>
          </p:cNvSpPr>
          <p:nvPr/>
        </p:nvSpPr>
        <p:spPr>
          <a:xfrm xmlns:a="http://schemas.openxmlformats.org/drawingml/2006/main">
            <a:off x="5581650" y="1657350"/>
            <a:ext cx="1352550" cy="876300"/>
          </a:xfrm>
          <a:prstGeom xmlns:a="http://schemas.openxmlformats.org/drawingml/2006/main" prst="roundRect">
            <a:avLst>
              <a:gd name="adj" fmla="val 8696"/>
            </a:avLst>
          </a:prstGeom>
          <a:solidFill xmlns:a="http://schemas.openxmlformats.org/drawingml/2006/main">
            <a:srgbClr val="EEF5FA"/>
          </a:solidFill>
          <a:ln xmlns:a="http://schemas.openxmlformats.org/drawingml/2006/main" w="13335">
            <a:solidFill>
              <a:srgbClr val="1670C1"/>
            </a:solidFill>
          </a:ln>
        </p:spPr>
      </p:sp>
      <p:sp>
        <p:nvSpPr>
          <p:cNvPr id="54" name="module-title-Event I/O">
            <a:extLst xmlns:a="http://schemas.openxmlformats.org/drawingml/2006/main">
              <a:ext uri="{FF2B5EF4-FFF2-40B4-BE49-F238E27FC236}">
                <a16:creationId xmlns:a16="http://schemas.microsoft.com/office/drawing/2014/main" id="{2E5FDF49-D1F1-4F7E-844F-492CF49BE963}"/>
              </a:ext>
            </a:extLst>
          </p:cNvPr>
          <p:cNvSpPr>
            <a:spLocks xmlns:a="http://schemas.openxmlformats.org/drawingml/2006/main" noGrp="1"/>
          </p:cNvSpPr>
          <p:nvPr/>
        </p:nvSpPr>
        <p:spPr>
          <a:xfrm xmlns:a="http://schemas.openxmlformats.org/drawingml/2006/main">
            <a:off x="5657850" y="1752600"/>
            <a:ext cx="1200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275" b="1">
                <a:solidFill>
                  <a:srgbClr val="074B82"/>
                </a:solidFill>
                <a:latin typeface="Arial"/>
                <a:ea typeface="Arial"/>
                <a:cs typeface="Arial"/>
              </a:defRPr>
            </a:pPr>
            <a:r>
              <a:rPr sz="1275" b="1">
                <a:solidFill>
                  <a:srgbClr val="074B82"/>
                </a:solidFill>
                <a:latin typeface="Arial"/>
                <a:ea typeface="Arial"/>
                <a:cs typeface="Arial"/>
              </a:rPr>
              <a:t>Event I/O</a:t>
            </a:r>
          </a:p>
        </p:txBody>
      </p:sp>
      <p:sp>
        <p:nvSpPr>
          <p:cNvPr id="55" name="module-detail-Event I/O">
            <a:extLst xmlns:a="http://schemas.openxmlformats.org/drawingml/2006/main">
              <a:ext uri="{FF2B5EF4-FFF2-40B4-BE49-F238E27FC236}">
                <a16:creationId xmlns:a16="http://schemas.microsoft.com/office/drawing/2014/main" id="{79351885-CABB-400F-847A-F834A3DDDFF0}"/>
              </a:ext>
            </a:extLst>
          </p:cNvPr>
          <p:cNvSpPr>
            <a:spLocks xmlns:a="http://schemas.openxmlformats.org/drawingml/2006/main" noGrp="1"/>
          </p:cNvSpPr>
          <p:nvPr/>
        </p:nvSpPr>
        <p:spPr>
          <a:xfrm xmlns:a="http://schemas.openxmlformats.org/drawingml/2006/main">
            <a:off x="5657850" y="2038350"/>
            <a:ext cx="1200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0" rIns="19050" bIns="0" anchor="ctr">
            <a:normAutofit fontScale="100000"/>
          </a:bodyPr>
          <a:lstStyle xmlns:a="http://schemas.openxmlformats.org/drawingml/2006/main"/>
          <a:p xmlns:a="http://schemas.openxmlformats.org/drawingml/2006/main">
            <a:pPr algn="ctr">
              <a:buNone/>
              <a:defRPr sz="900" b="0">
                <a:solidFill>
                  <a:srgbClr val="555555"/>
                </a:solidFill>
                <a:latin typeface="Arial"/>
                <a:ea typeface="Arial"/>
                <a:cs typeface="Arial"/>
              </a:defRPr>
            </a:pPr>
            <a:r>
              <a:rPr sz="900" b="0">
                <a:solidFill>
                  <a:srgbClr val="555555"/>
                </a:solidFill>
                <a:latin typeface="Arial"/>
                <a:ea typeface="Arial"/>
                <a:cs typeface="Arial"/>
              </a:rPr>
              <a:t>Validate and save</a:t>
            </a:r>
          </a:p>
          <a:p xmlns:a="http://schemas.openxmlformats.org/drawingml/2006/main">
            <a:pPr algn="ctr">
              <a:buNone/>
              <a:defRPr sz="900" b="0">
                <a:solidFill>
                  <a:srgbClr val="555555"/>
                </a:solidFill>
                <a:latin typeface="Arial"/>
                <a:ea typeface="Arial"/>
                <a:cs typeface="Arial"/>
              </a:defRPr>
            </a:pPr>
            <a:r>
              <a:rPr sz="900" b="0">
                <a:solidFill>
                  <a:srgbClr val="555555"/>
                </a:solidFill>
                <a:latin typeface="Arial"/>
                <a:ea typeface="Arial"/>
                <a:cs typeface="Arial"/>
              </a:rPr>
              <a:t>NPZ or CSV</a:t>
            </a:r>
          </a:p>
        </p:txBody>
      </p:sp>
      <p:sp>
        <p:nvSpPr>
          <p:cNvPr id="56" name="module-Visualization">
            <a:extLst xmlns:a="http://schemas.openxmlformats.org/drawingml/2006/main">
              <a:ext uri="{FF2B5EF4-FFF2-40B4-BE49-F238E27FC236}">
                <a16:creationId xmlns:a16="http://schemas.microsoft.com/office/drawing/2014/main" id="{49B02093-1BAB-430D-87C1-BB20C501C0A2}"/>
              </a:ext>
            </a:extLst>
          </p:cNvPr>
          <p:cNvSpPr>
            <a:spLocks xmlns:a="http://schemas.openxmlformats.org/drawingml/2006/main" noGrp="1"/>
          </p:cNvSpPr>
          <p:nvPr/>
        </p:nvSpPr>
        <p:spPr>
          <a:xfrm xmlns:a="http://schemas.openxmlformats.org/drawingml/2006/main">
            <a:off x="7219950" y="1657350"/>
            <a:ext cx="1257300" cy="876300"/>
          </a:xfrm>
          <a:prstGeom xmlns:a="http://schemas.openxmlformats.org/drawingml/2006/main" prst="roundRect">
            <a:avLst>
              <a:gd name="adj" fmla="val 8696"/>
            </a:avLst>
          </a:prstGeom>
          <a:solidFill xmlns:a="http://schemas.openxmlformats.org/drawingml/2006/main">
            <a:srgbClr val="FFF1D8"/>
          </a:solidFill>
          <a:ln xmlns:a="http://schemas.openxmlformats.org/drawingml/2006/main" w="13335">
            <a:solidFill>
              <a:srgbClr val="D78916"/>
            </a:solidFill>
          </a:ln>
        </p:spPr>
      </p:sp>
      <p:sp>
        <p:nvSpPr>
          <p:cNvPr id="57" name="module-title-Visualization">
            <a:extLst xmlns:a="http://schemas.openxmlformats.org/drawingml/2006/main">
              <a:ext uri="{FF2B5EF4-FFF2-40B4-BE49-F238E27FC236}">
                <a16:creationId xmlns:a16="http://schemas.microsoft.com/office/drawing/2014/main" id="{20F139D1-6F90-45D9-9AEA-DD14483CAAE2}"/>
              </a:ext>
            </a:extLst>
          </p:cNvPr>
          <p:cNvSpPr>
            <a:spLocks xmlns:a="http://schemas.openxmlformats.org/drawingml/2006/main" noGrp="1"/>
          </p:cNvSpPr>
          <p:nvPr/>
        </p:nvSpPr>
        <p:spPr>
          <a:xfrm xmlns:a="http://schemas.openxmlformats.org/drawingml/2006/main">
            <a:off x="7296150" y="1752600"/>
            <a:ext cx="110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275" b="1">
                <a:solidFill>
                  <a:srgbClr val="074B82"/>
                </a:solidFill>
                <a:latin typeface="Arial"/>
                <a:ea typeface="Arial"/>
                <a:cs typeface="Arial"/>
              </a:defRPr>
            </a:pPr>
            <a:r>
              <a:rPr sz="1275" b="1">
                <a:solidFill>
                  <a:srgbClr val="074B82"/>
                </a:solidFill>
                <a:latin typeface="Arial"/>
                <a:ea typeface="Arial"/>
                <a:cs typeface="Arial"/>
              </a:rPr>
              <a:t>Visualization</a:t>
            </a:r>
          </a:p>
        </p:txBody>
      </p:sp>
      <p:sp>
        <p:nvSpPr>
          <p:cNvPr id="58" name="module-detail-Visualization">
            <a:extLst xmlns:a="http://schemas.openxmlformats.org/drawingml/2006/main">
              <a:ext uri="{FF2B5EF4-FFF2-40B4-BE49-F238E27FC236}">
                <a16:creationId xmlns:a16="http://schemas.microsoft.com/office/drawing/2014/main" id="{F9EB653F-97A8-429E-BB07-BA4BDA63823A}"/>
              </a:ext>
            </a:extLst>
          </p:cNvPr>
          <p:cNvSpPr>
            <a:spLocks xmlns:a="http://schemas.openxmlformats.org/drawingml/2006/main" noGrp="1"/>
          </p:cNvSpPr>
          <p:nvPr/>
        </p:nvSpPr>
        <p:spPr>
          <a:xfrm xmlns:a="http://schemas.openxmlformats.org/drawingml/2006/main">
            <a:off x="7296150" y="2038350"/>
            <a:ext cx="1104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0" rIns="19050" bIns="0" anchor="ctr">
            <a:normAutofit fontScale="100000"/>
          </a:bodyPr>
          <a:lstStyle xmlns:a="http://schemas.openxmlformats.org/drawingml/2006/main"/>
          <a:p xmlns:a="http://schemas.openxmlformats.org/drawingml/2006/main">
            <a:pPr algn="ctr">
              <a:buNone/>
              <a:defRPr sz="900" b="0">
                <a:solidFill>
                  <a:srgbClr val="555555"/>
                </a:solidFill>
                <a:latin typeface="Arial"/>
                <a:ea typeface="Arial"/>
                <a:cs typeface="Arial"/>
              </a:defRPr>
            </a:pPr>
            <a:r>
              <a:rPr sz="900" b="0">
                <a:solidFill>
                  <a:srgbClr val="555555"/>
                </a:solidFill>
                <a:latin typeface="Arial"/>
                <a:ea typeface="Arial"/>
                <a:cs typeface="Arial"/>
              </a:rPr>
              <a:t>Accumulate, render</a:t>
            </a:r>
          </a:p>
          <a:p xmlns:a="http://schemas.openxmlformats.org/drawingml/2006/main">
            <a:pPr algn="ctr">
              <a:buNone/>
              <a:defRPr sz="900" b="0">
                <a:solidFill>
                  <a:srgbClr val="555555"/>
                </a:solidFill>
                <a:latin typeface="Arial"/>
                <a:ea typeface="Arial"/>
                <a:cs typeface="Arial"/>
              </a:defRPr>
            </a:pPr>
            <a:r>
              <a:rPr sz="900" b="0">
                <a:solidFill>
                  <a:srgbClr val="555555"/>
                </a:solidFill>
                <a:latin typeface="Arial"/>
                <a:ea typeface="Arial"/>
                <a:cs typeface="Arial"/>
              </a:rPr>
              <a:t>and overlay events</a:t>
            </a:r>
          </a:p>
        </p:txBody>
      </p:sp>
      <p:sp>
        <p:nvSpPr>
          <p:cNvPr id="59" name="connector-170-220">
            <a:extLst xmlns:a="http://schemas.openxmlformats.org/drawingml/2006/main">
              <a:ext uri="{FF2B5EF4-FFF2-40B4-BE49-F238E27FC236}">
                <a16:creationId xmlns:a16="http://schemas.microsoft.com/office/drawing/2014/main" id="{F2DA43BC-C4F4-4D7D-BDAF-69E4CF230329}"/>
              </a:ext>
            </a:extLst>
          </p:cNvPr>
          <p:cNvSpPr>
            <a:spLocks xmlns:a="http://schemas.openxmlformats.org/drawingml/2006/main" noGrp="1"/>
          </p:cNvSpPr>
          <p:nvPr/>
        </p:nvSpPr>
        <p:spPr>
          <a:xfrm xmlns:a="http://schemas.openxmlformats.org/drawingml/2006/main">
            <a:off x="1619250" y="2095500"/>
            <a:ext cx="285750" cy="0"/>
          </a:xfrm>
          <a:prstGeom xmlns:a="http://schemas.openxmlformats.org/drawingml/2006/main" prst="line">
            <a:avLst/>
          </a:prstGeom>
          <a:noFill xmlns:a="http://schemas.openxmlformats.org/drawingml/2006/main"/>
          <a:ln xmlns:a="http://schemas.openxmlformats.org/drawingml/2006/main" w="19050">
            <a:solidFill>
              <a:srgbClr val="1670C1"/>
            </a:solidFill>
          </a:ln>
        </p:spPr>
      </p:sp>
      <p:sp>
        <p:nvSpPr>
          <p:cNvPr id="60" name="connector-arrow-170-220">
            <a:extLst xmlns:a="http://schemas.openxmlformats.org/drawingml/2006/main">
              <a:ext uri="{FF2B5EF4-FFF2-40B4-BE49-F238E27FC236}">
                <a16:creationId xmlns:a16="http://schemas.microsoft.com/office/drawing/2014/main" id="{F4AA1055-8F23-4F62-8975-D121B3295A17}"/>
              </a:ext>
            </a:extLst>
          </p:cNvPr>
          <p:cNvSpPr>
            <a:spLocks xmlns:a="http://schemas.openxmlformats.org/drawingml/2006/main" noGrp="1"/>
          </p:cNvSpPr>
          <p:nvPr/>
        </p:nvSpPr>
        <p:spPr>
          <a:xfrm xmlns:a="http://schemas.openxmlformats.org/drawingml/2006/main">
            <a:off x="1809750" y="1924050"/>
            <a:ext cx="19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950" b="1">
                <a:solidFill>
                  <a:srgbClr val="1670C1"/>
                </a:solidFill>
                <a:latin typeface="Arial"/>
                <a:ea typeface="Arial"/>
                <a:cs typeface="Arial"/>
              </a:defRPr>
            </a:pPr>
            <a:r>
              <a:rPr sz="1950" b="1">
                <a:solidFill>
                  <a:srgbClr val="1670C1"/>
                </a:solidFill>
                <a:latin typeface="Arial"/>
                <a:ea typeface="Arial"/>
                <a:cs typeface="Arial"/>
              </a:rPr>
              <a:t>›</a:t>
            </a:r>
          </a:p>
        </p:txBody>
      </p:sp>
      <p:sp>
        <p:nvSpPr>
          <p:cNvPr id="61" name="connector-348-220">
            <a:extLst xmlns:a="http://schemas.openxmlformats.org/drawingml/2006/main">
              <a:ext uri="{FF2B5EF4-FFF2-40B4-BE49-F238E27FC236}">
                <a16:creationId xmlns:a16="http://schemas.microsoft.com/office/drawing/2014/main" id="{2A768B86-F84D-4EB9-A114-C203EA87A794}"/>
              </a:ext>
            </a:extLst>
          </p:cNvPr>
          <p:cNvSpPr>
            <a:spLocks xmlns:a="http://schemas.openxmlformats.org/drawingml/2006/main" noGrp="1"/>
          </p:cNvSpPr>
          <p:nvPr/>
        </p:nvSpPr>
        <p:spPr>
          <a:xfrm xmlns:a="http://schemas.openxmlformats.org/drawingml/2006/main">
            <a:off x="3314700" y="2095500"/>
            <a:ext cx="285750" cy="0"/>
          </a:xfrm>
          <a:prstGeom xmlns:a="http://schemas.openxmlformats.org/drawingml/2006/main" prst="line">
            <a:avLst/>
          </a:prstGeom>
          <a:noFill xmlns:a="http://schemas.openxmlformats.org/drawingml/2006/main"/>
          <a:ln xmlns:a="http://schemas.openxmlformats.org/drawingml/2006/main" w="19050">
            <a:solidFill>
              <a:srgbClr val="1670C1"/>
            </a:solidFill>
          </a:ln>
        </p:spPr>
      </p:sp>
      <p:sp>
        <p:nvSpPr>
          <p:cNvPr id="62" name="connector-arrow-348-220">
            <a:extLst xmlns:a="http://schemas.openxmlformats.org/drawingml/2006/main">
              <a:ext uri="{FF2B5EF4-FFF2-40B4-BE49-F238E27FC236}">
                <a16:creationId xmlns:a16="http://schemas.microsoft.com/office/drawing/2014/main" id="{C853D40B-FEDB-4DA3-A331-5C3E9A0BF9E6}"/>
              </a:ext>
            </a:extLst>
          </p:cNvPr>
          <p:cNvSpPr>
            <a:spLocks xmlns:a="http://schemas.openxmlformats.org/drawingml/2006/main" noGrp="1"/>
          </p:cNvSpPr>
          <p:nvPr/>
        </p:nvSpPr>
        <p:spPr>
          <a:xfrm xmlns:a="http://schemas.openxmlformats.org/drawingml/2006/main">
            <a:off x="3505200" y="1924050"/>
            <a:ext cx="19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950" b="1">
                <a:solidFill>
                  <a:srgbClr val="1670C1"/>
                </a:solidFill>
                <a:latin typeface="Arial"/>
                <a:ea typeface="Arial"/>
                <a:cs typeface="Arial"/>
              </a:defRPr>
            </a:pPr>
            <a:r>
              <a:rPr sz="1950" b="1">
                <a:solidFill>
                  <a:srgbClr val="1670C1"/>
                </a:solidFill>
                <a:latin typeface="Arial"/>
                <a:ea typeface="Arial"/>
                <a:cs typeface="Arial"/>
              </a:rPr>
              <a:t>›</a:t>
            </a:r>
          </a:p>
        </p:txBody>
      </p:sp>
      <p:sp>
        <p:nvSpPr>
          <p:cNvPr id="63" name="connector-556-220">
            <a:extLst xmlns:a="http://schemas.openxmlformats.org/drawingml/2006/main">
              <a:ext uri="{FF2B5EF4-FFF2-40B4-BE49-F238E27FC236}">
                <a16:creationId xmlns:a16="http://schemas.microsoft.com/office/drawing/2014/main" id="{8B118E5E-FC4C-4061-8C6B-2240AA30E40D}"/>
              </a:ext>
            </a:extLst>
          </p:cNvPr>
          <p:cNvSpPr>
            <a:spLocks xmlns:a="http://schemas.openxmlformats.org/drawingml/2006/main" noGrp="1"/>
          </p:cNvSpPr>
          <p:nvPr/>
        </p:nvSpPr>
        <p:spPr>
          <a:xfrm xmlns:a="http://schemas.openxmlformats.org/drawingml/2006/main">
            <a:off x="5295900" y="2095500"/>
            <a:ext cx="285750" cy="0"/>
          </a:xfrm>
          <a:prstGeom xmlns:a="http://schemas.openxmlformats.org/drawingml/2006/main" prst="line">
            <a:avLst/>
          </a:prstGeom>
          <a:noFill xmlns:a="http://schemas.openxmlformats.org/drawingml/2006/main"/>
          <a:ln xmlns:a="http://schemas.openxmlformats.org/drawingml/2006/main" w="19050">
            <a:solidFill>
              <a:srgbClr val="1670C1"/>
            </a:solidFill>
          </a:ln>
        </p:spPr>
      </p:sp>
      <p:sp>
        <p:nvSpPr>
          <p:cNvPr id="64" name="connector-arrow-556-220">
            <a:extLst xmlns:a="http://schemas.openxmlformats.org/drawingml/2006/main">
              <a:ext uri="{FF2B5EF4-FFF2-40B4-BE49-F238E27FC236}">
                <a16:creationId xmlns:a16="http://schemas.microsoft.com/office/drawing/2014/main" id="{0635D975-7398-4A42-AA2E-1A35DAB52AE4}"/>
              </a:ext>
            </a:extLst>
          </p:cNvPr>
          <p:cNvSpPr>
            <a:spLocks xmlns:a="http://schemas.openxmlformats.org/drawingml/2006/main" noGrp="1"/>
          </p:cNvSpPr>
          <p:nvPr/>
        </p:nvSpPr>
        <p:spPr>
          <a:xfrm xmlns:a="http://schemas.openxmlformats.org/drawingml/2006/main">
            <a:off x="5486400" y="1924050"/>
            <a:ext cx="19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950" b="1">
                <a:solidFill>
                  <a:srgbClr val="1670C1"/>
                </a:solidFill>
                <a:latin typeface="Arial"/>
                <a:ea typeface="Arial"/>
                <a:cs typeface="Arial"/>
              </a:defRPr>
            </a:pPr>
            <a:r>
              <a:rPr sz="1950" b="1">
                <a:solidFill>
                  <a:srgbClr val="1670C1"/>
                </a:solidFill>
                <a:latin typeface="Arial"/>
                <a:ea typeface="Arial"/>
                <a:cs typeface="Arial"/>
              </a:rPr>
              <a:t>›</a:t>
            </a:r>
          </a:p>
        </p:txBody>
      </p:sp>
      <p:sp>
        <p:nvSpPr>
          <p:cNvPr id="65" name="connector-728-220">
            <a:extLst xmlns:a="http://schemas.openxmlformats.org/drawingml/2006/main">
              <a:ext uri="{FF2B5EF4-FFF2-40B4-BE49-F238E27FC236}">
                <a16:creationId xmlns:a16="http://schemas.microsoft.com/office/drawing/2014/main" id="{9C4A0851-EEDD-44F5-B791-B6962C132451}"/>
              </a:ext>
            </a:extLst>
          </p:cNvPr>
          <p:cNvSpPr>
            <a:spLocks xmlns:a="http://schemas.openxmlformats.org/drawingml/2006/main" noGrp="1"/>
          </p:cNvSpPr>
          <p:nvPr/>
        </p:nvSpPr>
        <p:spPr>
          <a:xfrm xmlns:a="http://schemas.openxmlformats.org/drawingml/2006/main">
            <a:off x="6934200" y="2095500"/>
            <a:ext cx="285750" cy="0"/>
          </a:xfrm>
          <a:prstGeom xmlns:a="http://schemas.openxmlformats.org/drawingml/2006/main" prst="line">
            <a:avLst/>
          </a:prstGeom>
          <a:noFill xmlns:a="http://schemas.openxmlformats.org/drawingml/2006/main"/>
          <a:ln xmlns:a="http://schemas.openxmlformats.org/drawingml/2006/main" w="19050">
            <a:solidFill>
              <a:srgbClr val="1670C1"/>
            </a:solidFill>
          </a:ln>
        </p:spPr>
      </p:sp>
      <p:sp>
        <p:nvSpPr>
          <p:cNvPr id="66" name="connector-arrow-728-220">
            <a:extLst xmlns:a="http://schemas.openxmlformats.org/drawingml/2006/main">
              <a:ext uri="{FF2B5EF4-FFF2-40B4-BE49-F238E27FC236}">
                <a16:creationId xmlns:a16="http://schemas.microsoft.com/office/drawing/2014/main" id="{F65BF880-D86D-47F6-9775-E8FCBB220F61}"/>
              </a:ext>
            </a:extLst>
          </p:cNvPr>
          <p:cNvSpPr>
            <a:spLocks xmlns:a="http://schemas.openxmlformats.org/drawingml/2006/main" noGrp="1"/>
          </p:cNvSpPr>
          <p:nvPr/>
        </p:nvSpPr>
        <p:spPr>
          <a:xfrm xmlns:a="http://schemas.openxmlformats.org/drawingml/2006/main">
            <a:off x="7124700" y="1924050"/>
            <a:ext cx="19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950" b="1">
                <a:solidFill>
                  <a:srgbClr val="1670C1"/>
                </a:solidFill>
                <a:latin typeface="Arial"/>
                <a:ea typeface="Arial"/>
                <a:cs typeface="Arial"/>
              </a:defRPr>
            </a:pPr>
            <a:r>
              <a:rPr sz="1950" b="1">
                <a:solidFill>
                  <a:srgbClr val="1670C1"/>
                </a:solidFill>
                <a:latin typeface="Arial"/>
                <a:ea typeface="Arial"/>
                <a:cs typeface="Arial"/>
              </a:rPr>
              <a:t>›</a:t>
            </a:r>
          </a:p>
        </p:txBody>
      </p:sp>
      <p:sp>
        <p:nvSpPr>
          <p:cNvPr id="67" name="simulator-internals-title">
            <a:extLst xmlns:a="http://schemas.openxmlformats.org/drawingml/2006/main">
              <a:ext uri="{FF2B5EF4-FFF2-40B4-BE49-F238E27FC236}">
                <a16:creationId xmlns:a16="http://schemas.microsoft.com/office/drawing/2014/main" id="{0B41B067-6DBA-42FC-B491-D54994BAAD80}"/>
              </a:ext>
            </a:extLst>
          </p:cNvPr>
          <p:cNvSpPr>
            <a:spLocks xmlns:a="http://schemas.openxmlformats.org/drawingml/2006/main" noGrp="1"/>
          </p:cNvSpPr>
          <p:nvPr/>
        </p:nvSpPr>
        <p:spPr>
          <a:xfrm xmlns:a="http://schemas.openxmlformats.org/drawingml/2006/main">
            <a:off x="590550" y="3028950"/>
            <a:ext cx="7962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ctr">
              <a:buNone/>
              <a:defRPr sz="1500" b="1">
                <a:solidFill>
                  <a:srgbClr val="074B82"/>
                </a:solidFill>
                <a:latin typeface="Arial"/>
                <a:ea typeface="Arial"/>
                <a:cs typeface="Arial"/>
              </a:defRPr>
            </a:pPr>
            <a:r>
              <a:rPr sz="1500" b="1">
                <a:solidFill>
                  <a:srgbClr val="074B82"/>
                </a:solidFill>
                <a:latin typeface="Arial"/>
                <a:ea typeface="Arial"/>
                <a:cs typeface="Arial"/>
              </a:rPr>
              <a:t>Inside EventCameraSimulator</a:t>
            </a:r>
          </a:p>
        </p:txBody>
      </p:sp>
      <p:sp>
        <p:nvSpPr>
          <p:cNvPr id="68" name="simulator-internals-band">
            <a:extLst xmlns:a="http://schemas.openxmlformats.org/drawingml/2006/main">
              <a:ext uri="{FF2B5EF4-FFF2-40B4-BE49-F238E27FC236}">
                <a16:creationId xmlns:a16="http://schemas.microsoft.com/office/drawing/2014/main" id="{234786A5-E735-4EA9-8B38-34421756AA05}"/>
              </a:ext>
            </a:extLst>
          </p:cNvPr>
          <p:cNvSpPr>
            <a:spLocks xmlns:a="http://schemas.openxmlformats.org/drawingml/2006/main" noGrp="1"/>
          </p:cNvSpPr>
          <p:nvPr/>
        </p:nvSpPr>
        <p:spPr>
          <a:xfrm xmlns:a="http://schemas.openxmlformats.org/drawingml/2006/main">
            <a:off x="723900" y="3429000"/>
            <a:ext cx="7696200" cy="1790700"/>
          </a:xfrm>
          <a:prstGeom xmlns:a="http://schemas.openxmlformats.org/drawingml/2006/main" prst="roundRect">
            <a:avLst>
              <a:gd name="adj" fmla="val 4255"/>
            </a:avLst>
          </a:prstGeom>
          <a:solidFill xmlns:a="http://schemas.openxmlformats.org/drawingml/2006/main">
            <a:srgbClr val="F0F0F0"/>
          </a:solidFill>
          <a:ln xmlns:a="http://schemas.openxmlformats.org/drawingml/2006/main" w="9525">
            <a:solidFill>
              <a:srgbClr val="C7D0D8"/>
            </a:solidFill>
          </a:ln>
        </p:spPr>
      </p:sp>
      <p:sp>
        <p:nvSpPr>
          <p:cNvPr id="69" name="module-Noise Model">
            <a:extLst xmlns:a="http://schemas.openxmlformats.org/drawingml/2006/main">
              <a:ext uri="{FF2B5EF4-FFF2-40B4-BE49-F238E27FC236}">
                <a16:creationId xmlns:a16="http://schemas.microsoft.com/office/drawing/2014/main" id="{B60F33C5-11A0-46F9-BE65-194A1E32AABA}"/>
              </a:ext>
            </a:extLst>
          </p:cNvPr>
          <p:cNvSpPr>
            <a:spLocks xmlns:a="http://schemas.openxmlformats.org/drawingml/2006/main" noGrp="1"/>
          </p:cNvSpPr>
          <p:nvPr/>
        </p:nvSpPr>
        <p:spPr>
          <a:xfrm xmlns:a="http://schemas.openxmlformats.org/drawingml/2006/main">
            <a:off x="952500" y="3752850"/>
            <a:ext cx="17907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13335">
            <a:solidFill>
              <a:srgbClr val="16875B"/>
            </a:solidFill>
          </a:ln>
        </p:spPr>
      </p:sp>
      <p:sp>
        <p:nvSpPr>
          <p:cNvPr id="70" name="module-title-Noise Model">
            <a:extLst xmlns:a="http://schemas.openxmlformats.org/drawingml/2006/main">
              <a:ext uri="{FF2B5EF4-FFF2-40B4-BE49-F238E27FC236}">
                <a16:creationId xmlns:a16="http://schemas.microsoft.com/office/drawing/2014/main" id="{FF1A2008-8B53-4151-884F-17EB23782E4E}"/>
              </a:ext>
            </a:extLst>
          </p:cNvPr>
          <p:cNvSpPr>
            <a:spLocks xmlns:a="http://schemas.openxmlformats.org/drawingml/2006/main" noGrp="1"/>
          </p:cNvSpPr>
          <p:nvPr/>
        </p:nvSpPr>
        <p:spPr>
          <a:xfrm xmlns:a="http://schemas.openxmlformats.org/drawingml/2006/main">
            <a:off x="1028700" y="384810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275" b="1">
                <a:solidFill>
                  <a:srgbClr val="074B82"/>
                </a:solidFill>
                <a:latin typeface="Arial"/>
                <a:ea typeface="Arial"/>
                <a:cs typeface="Arial"/>
              </a:defRPr>
            </a:pPr>
            <a:r>
              <a:rPr sz="1275" b="1">
                <a:solidFill>
                  <a:srgbClr val="074B82"/>
                </a:solidFill>
                <a:latin typeface="Arial"/>
                <a:ea typeface="Arial"/>
                <a:cs typeface="Arial"/>
              </a:rPr>
              <a:t>Noise Model</a:t>
            </a:r>
          </a:p>
        </p:txBody>
      </p:sp>
      <p:sp>
        <p:nvSpPr>
          <p:cNvPr id="71" name="module-detail-Noise Model">
            <a:extLst xmlns:a="http://schemas.openxmlformats.org/drawingml/2006/main">
              <a:ext uri="{FF2B5EF4-FFF2-40B4-BE49-F238E27FC236}">
                <a16:creationId xmlns:a16="http://schemas.microsoft.com/office/drawing/2014/main" id="{EE6AE5A1-2DB8-4008-BF5C-02A5EFE4E72A}"/>
              </a:ext>
            </a:extLst>
          </p:cNvPr>
          <p:cNvSpPr>
            <a:spLocks xmlns:a="http://schemas.openxmlformats.org/drawingml/2006/main" noGrp="1"/>
          </p:cNvSpPr>
          <p:nvPr/>
        </p:nvSpPr>
        <p:spPr>
          <a:xfrm xmlns:a="http://schemas.openxmlformats.org/drawingml/2006/main">
            <a:off x="1028700" y="4133850"/>
            <a:ext cx="1638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0" rIns="19050" bIns="0" anchor="ctr">
            <a:normAutofit fontScale="100000"/>
          </a:bodyPr>
          <a:lstStyle xmlns:a="http://schemas.openxmlformats.org/drawingml/2006/main"/>
          <a:p xmlns:a="http://schemas.openxmlformats.org/drawingml/2006/main">
            <a:pPr algn="ctr">
              <a:buNone/>
              <a:defRPr sz="900" b="0">
                <a:solidFill>
                  <a:srgbClr val="555555"/>
                </a:solidFill>
                <a:latin typeface="Arial"/>
                <a:ea typeface="Arial"/>
                <a:cs typeface="Arial"/>
              </a:defRPr>
            </a:pPr>
            <a:r>
              <a:rPr sz="900" b="0">
                <a:solidFill>
                  <a:srgbClr val="555555"/>
                </a:solidFill>
                <a:latin typeface="Arial"/>
                <a:ea typeface="Arial"/>
                <a:cs typeface="Arial"/>
              </a:rPr>
              <a:t>Initialize fixed threshold maps</a:t>
            </a:r>
          </a:p>
          <a:p xmlns:a="http://schemas.openxmlformats.org/drawingml/2006/main">
            <a:pPr algn="ctr">
              <a:buNone/>
              <a:defRPr sz="900" b="0">
                <a:solidFill>
                  <a:srgbClr val="555555"/>
                </a:solidFill>
                <a:latin typeface="Arial"/>
                <a:ea typeface="Arial"/>
                <a:cs typeface="Arial"/>
              </a:defRPr>
            </a:pPr>
            <a:r>
              <a:rPr sz="900" b="0">
                <a:solidFill>
                  <a:srgbClr val="555555"/>
                </a:solidFill>
                <a:latin typeface="Arial"/>
                <a:ea typeface="Arial"/>
                <a:cs typeface="Arial"/>
              </a:rPr>
              <a:t>from sensor and noise config</a:t>
            </a:r>
          </a:p>
        </p:txBody>
      </p:sp>
      <p:sp>
        <p:nvSpPr>
          <p:cNvPr id="72" name="module-Crossing Kernel">
            <a:extLst xmlns:a="http://schemas.openxmlformats.org/drawingml/2006/main">
              <a:ext uri="{FF2B5EF4-FFF2-40B4-BE49-F238E27FC236}">
                <a16:creationId xmlns:a16="http://schemas.microsoft.com/office/drawing/2014/main" id="{38C523F9-5E1A-4EC3-A45A-40C670C98865}"/>
              </a:ext>
            </a:extLst>
          </p:cNvPr>
          <p:cNvSpPr>
            <a:spLocks xmlns:a="http://schemas.openxmlformats.org/drawingml/2006/main" noGrp="1"/>
          </p:cNvSpPr>
          <p:nvPr/>
        </p:nvSpPr>
        <p:spPr>
          <a:xfrm xmlns:a="http://schemas.openxmlformats.org/drawingml/2006/main">
            <a:off x="3676650" y="3752850"/>
            <a:ext cx="17907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13335">
            <a:solidFill>
              <a:srgbClr val="074B82"/>
            </a:solidFill>
          </a:ln>
        </p:spPr>
      </p:sp>
      <p:sp>
        <p:nvSpPr>
          <p:cNvPr id="73" name="module-title-Crossing Kernel">
            <a:extLst xmlns:a="http://schemas.openxmlformats.org/drawingml/2006/main">
              <a:ext uri="{FF2B5EF4-FFF2-40B4-BE49-F238E27FC236}">
                <a16:creationId xmlns:a16="http://schemas.microsoft.com/office/drawing/2014/main" id="{737C3B54-5987-44DB-ABBF-2F639765B130}"/>
              </a:ext>
            </a:extLst>
          </p:cNvPr>
          <p:cNvSpPr>
            <a:spLocks xmlns:a="http://schemas.openxmlformats.org/drawingml/2006/main" noGrp="1"/>
          </p:cNvSpPr>
          <p:nvPr/>
        </p:nvSpPr>
        <p:spPr>
          <a:xfrm xmlns:a="http://schemas.openxmlformats.org/drawingml/2006/main">
            <a:off x="3752850" y="384810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275" b="1">
                <a:solidFill>
                  <a:srgbClr val="074B82"/>
                </a:solidFill>
                <a:latin typeface="Arial"/>
                <a:ea typeface="Arial"/>
                <a:cs typeface="Arial"/>
              </a:defRPr>
            </a:pPr>
            <a:r>
              <a:rPr sz="1275" b="1">
                <a:solidFill>
                  <a:srgbClr val="074B82"/>
                </a:solidFill>
                <a:latin typeface="Arial"/>
                <a:ea typeface="Arial"/>
                <a:cs typeface="Arial"/>
              </a:rPr>
              <a:t>Crossing Kernel</a:t>
            </a:r>
          </a:p>
        </p:txBody>
      </p:sp>
      <p:sp>
        <p:nvSpPr>
          <p:cNvPr id="74" name="module-detail-Crossing Kernel">
            <a:extLst xmlns:a="http://schemas.openxmlformats.org/drawingml/2006/main">
              <a:ext uri="{FF2B5EF4-FFF2-40B4-BE49-F238E27FC236}">
                <a16:creationId xmlns:a16="http://schemas.microsoft.com/office/drawing/2014/main" id="{424C435D-BD46-45A7-B459-0455A0D639FF}"/>
              </a:ext>
            </a:extLst>
          </p:cNvPr>
          <p:cNvSpPr>
            <a:spLocks xmlns:a="http://schemas.openxmlformats.org/drawingml/2006/main" noGrp="1"/>
          </p:cNvSpPr>
          <p:nvPr/>
        </p:nvSpPr>
        <p:spPr>
          <a:xfrm xmlns:a="http://schemas.openxmlformats.org/drawingml/2006/main">
            <a:off x="3752850" y="4133850"/>
            <a:ext cx="1638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0" rIns="19050" bIns="0" anchor="ctr">
            <a:normAutofit fontScale="100000"/>
          </a:bodyPr>
          <a:lstStyle xmlns:a="http://schemas.openxmlformats.org/drawingml/2006/main"/>
          <a:p xmlns:a="http://schemas.openxmlformats.org/drawingml/2006/main">
            <a:pPr algn="ctr">
              <a:buNone/>
              <a:defRPr sz="900" b="0">
                <a:solidFill>
                  <a:srgbClr val="555555"/>
                </a:solidFill>
                <a:latin typeface="Arial"/>
                <a:ea typeface="Arial"/>
                <a:cs typeface="Arial"/>
              </a:defRPr>
            </a:pPr>
            <a:r>
              <a:rPr sz="900" b="0">
                <a:solidFill>
                  <a:srgbClr val="555555"/>
                </a:solidFill>
                <a:latin typeface="Arial"/>
                <a:ea typeface="Arial"/>
                <a:cs typeface="Arial"/>
              </a:rPr>
              <a:t>Generate all ideal events</a:t>
            </a:r>
          </a:p>
          <a:p xmlns:a="http://schemas.openxmlformats.org/drawingml/2006/main">
            <a:pPr algn="ctr">
              <a:buNone/>
              <a:defRPr sz="900" b="0">
                <a:solidFill>
                  <a:srgbClr val="555555"/>
                </a:solidFill>
                <a:latin typeface="Arial"/>
                <a:ea typeface="Arial"/>
                <a:cs typeface="Arial"/>
              </a:defRPr>
            </a:pPr>
            <a:r>
              <a:rPr sz="900" b="0">
                <a:solidFill>
                  <a:srgbClr val="555555"/>
                </a:solidFill>
                <a:latin typeface="Arial"/>
                <a:ea typeface="Arial"/>
                <a:cs typeface="Arial"/>
              </a:rPr>
              <a:t>for one frame interval</a:t>
            </a:r>
          </a:p>
        </p:txBody>
      </p:sp>
      <p:sp>
        <p:nvSpPr>
          <p:cNvPr id="75" name="module-Merge + Sort">
            <a:extLst xmlns:a="http://schemas.openxmlformats.org/drawingml/2006/main">
              <a:ext uri="{FF2B5EF4-FFF2-40B4-BE49-F238E27FC236}">
                <a16:creationId xmlns:a16="http://schemas.microsoft.com/office/drawing/2014/main" id="{CAD46FD8-4709-472D-8EBB-7049A92653EB}"/>
              </a:ext>
            </a:extLst>
          </p:cNvPr>
          <p:cNvSpPr>
            <a:spLocks xmlns:a="http://schemas.openxmlformats.org/drawingml/2006/main" noGrp="1"/>
          </p:cNvSpPr>
          <p:nvPr/>
        </p:nvSpPr>
        <p:spPr>
          <a:xfrm xmlns:a="http://schemas.openxmlformats.org/drawingml/2006/main">
            <a:off x="6400800" y="3752850"/>
            <a:ext cx="17907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13335">
            <a:solidFill>
              <a:srgbClr val="D78916"/>
            </a:solidFill>
          </a:ln>
        </p:spPr>
      </p:sp>
      <p:sp>
        <p:nvSpPr>
          <p:cNvPr id="76" name="module-title-Merge + Sort">
            <a:extLst xmlns:a="http://schemas.openxmlformats.org/drawingml/2006/main">
              <a:ext uri="{FF2B5EF4-FFF2-40B4-BE49-F238E27FC236}">
                <a16:creationId xmlns:a16="http://schemas.microsoft.com/office/drawing/2014/main" id="{9BEAE69E-EBE3-4956-87CD-A2EF35181E0C}"/>
              </a:ext>
            </a:extLst>
          </p:cNvPr>
          <p:cNvSpPr>
            <a:spLocks xmlns:a="http://schemas.openxmlformats.org/drawingml/2006/main" noGrp="1"/>
          </p:cNvSpPr>
          <p:nvPr/>
        </p:nvSpPr>
        <p:spPr>
          <a:xfrm xmlns:a="http://schemas.openxmlformats.org/drawingml/2006/main">
            <a:off x="6477000" y="384810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275" b="1">
                <a:solidFill>
                  <a:srgbClr val="074B82"/>
                </a:solidFill>
                <a:latin typeface="Arial"/>
                <a:ea typeface="Arial"/>
                <a:cs typeface="Arial"/>
              </a:defRPr>
            </a:pPr>
            <a:r>
              <a:rPr sz="1275" b="1">
                <a:solidFill>
                  <a:srgbClr val="074B82"/>
                </a:solidFill>
                <a:latin typeface="Arial"/>
                <a:ea typeface="Arial"/>
                <a:cs typeface="Arial"/>
              </a:rPr>
              <a:t>Merge + Sort</a:t>
            </a:r>
          </a:p>
        </p:txBody>
      </p:sp>
      <p:sp>
        <p:nvSpPr>
          <p:cNvPr id="77" name="module-detail-Merge + Sort">
            <a:extLst xmlns:a="http://schemas.openxmlformats.org/drawingml/2006/main">
              <a:ext uri="{FF2B5EF4-FFF2-40B4-BE49-F238E27FC236}">
                <a16:creationId xmlns:a16="http://schemas.microsoft.com/office/drawing/2014/main" id="{BD648001-8DDC-4A3D-B413-F304C990034E}"/>
              </a:ext>
            </a:extLst>
          </p:cNvPr>
          <p:cNvSpPr>
            <a:spLocks xmlns:a="http://schemas.openxmlformats.org/drawingml/2006/main" noGrp="1"/>
          </p:cNvSpPr>
          <p:nvPr/>
        </p:nvSpPr>
        <p:spPr>
          <a:xfrm xmlns:a="http://schemas.openxmlformats.org/drawingml/2006/main">
            <a:off x="6477000" y="4133850"/>
            <a:ext cx="1638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0" rIns="19050" bIns="0" anchor="ctr">
            <a:normAutofit fontScale="100000"/>
          </a:bodyPr>
          <a:lstStyle xmlns:a="http://schemas.openxmlformats.org/drawingml/2006/main"/>
          <a:p xmlns:a="http://schemas.openxmlformats.org/drawingml/2006/main">
            <a:pPr algn="ctr">
              <a:buNone/>
              <a:defRPr sz="900" b="0">
                <a:solidFill>
                  <a:srgbClr val="555555"/>
                </a:solidFill>
                <a:latin typeface="Arial"/>
                <a:ea typeface="Arial"/>
                <a:cs typeface="Arial"/>
              </a:defRPr>
            </a:pPr>
            <a:r>
              <a:rPr sz="900" b="0">
                <a:solidFill>
                  <a:srgbClr val="555555"/>
                </a:solidFill>
                <a:latin typeface="Arial"/>
                <a:ea typeface="Arial"/>
                <a:cs typeface="Arial"/>
              </a:rPr>
              <a:t>Combine background events</a:t>
            </a:r>
          </a:p>
          <a:p xmlns:a="http://schemas.openxmlformats.org/drawingml/2006/main">
            <a:pPr algn="ctr">
              <a:buNone/>
              <a:defRPr sz="900" b="0">
                <a:solidFill>
                  <a:srgbClr val="555555"/>
                </a:solidFill>
                <a:latin typeface="Arial"/>
                <a:ea typeface="Arial"/>
                <a:cs typeface="Arial"/>
              </a:defRPr>
            </a:pPr>
            <a:r>
              <a:rPr sz="900" b="0">
                <a:solidFill>
                  <a:srgbClr val="555555"/>
                </a:solidFill>
                <a:latin typeface="Arial"/>
                <a:ea typeface="Arial"/>
                <a:cs typeface="Arial"/>
              </a:rPr>
              <a:t>and sort by (t, y, x, p)</a:t>
            </a:r>
          </a:p>
        </p:txBody>
      </p:sp>
      <p:sp>
        <p:nvSpPr>
          <p:cNvPr id="78" name="connector-288-440">
            <a:extLst xmlns:a="http://schemas.openxmlformats.org/drawingml/2006/main">
              <a:ext uri="{FF2B5EF4-FFF2-40B4-BE49-F238E27FC236}">
                <a16:creationId xmlns:a16="http://schemas.microsoft.com/office/drawing/2014/main" id="{D95897DB-1091-4FE5-AF45-C3D088DBC8E1}"/>
              </a:ext>
            </a:extLst>
          </p:cNvPr>
          <p:cNvSpPr>
            <a:spLocks xmlns:a="http://schemas.openxmlformats.org/drawingml/2006/main" noGrp="1"/>
          </p:cNvSpPr>
          <p:nvPr/>
        </p:nvSpPr>
        <p:spPr>
          <a:xfrm xmlns:a="http://schemas.openxmlformats.org/drawingml/2006/main">
            <a:off x="2743200" y="4191000"/>
            <a:ext cx="933450" cy="0"/>
          </a:xfrm>
          <a:prstGeom xmlns:a="http://schemas.openxmlformats.org/drawingml/2006/main" prst="line">
            <a:avLst/>
          </a:prstGeom>
          <a:noFill xmlns:a="http://schemas.openxmlformats.org/drawingml/2006/main"/>
          <a:ln xmlns:a="http://schemas.openxmlformats.org/drawingml/2006/main" w="19050">
            <a:solidFill>
              <a:srgbClr val="1670C1"/>
            </a:solidFill>
          </a:ln>
        </p:spPr>
      </p:sp>
      <p:sp>
        <p:nvSpPr>
          <p:cNvPr id="79" name="connector-arrow-288-440">
            <a:extLst xmlns:a="http://schemas.openxmlformats.org/drawingml/2006/main">
              <a:ext uri="{FF2B5EF4-FFF2-40B4-BE49-F238E27FC236}">
                <a16:creationId xmlns:a16="http://schemas.microsoft.com/office/drawing/2014/main" id="{C34208D1-30BE-4EAF-B956-3946F7ED63A2}"/>
              </a:ext>
            </a:extLst>
          </p:cNvPr>
          <p:cNvSpPr>
            <a:spLocks xmlns:a="http://schemas.openxmlformats.org/drawingml/2006/main" noGrp="1"/>
          </p:cNvSpPr>
          <p:nvPr/>
        </p:nvSpPr>
        <p:spPr>
          <a:xfrm xmlns:a="http://schemas.openxmlformats.org/drawingml/2006/main">
            <a:off x="3581400" y="4019550"/>
            <a:ext cx="19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950" b="1">
                <a:solidFill>
                  <a:srgbClr val="1670C1"/>
                </a:solidFill>
                <a:latin typeface="Arial"/>
                <a:ea typeface="Arial"/>
                <a:cs typeface="Arial"/>
              </a:defRPr>
            </a:pPr>
            <a:r>
              <a:rPr sz="1950" b="1">
                <a:solidFill>
                  <a:srgbClr val="1670C1"/>
                </a:solidFill>
                <a:latin typeface="Arial"/>
                <a:ea typeface="Arial"/>
                <a:cs typeface="Arial"/>
              </a:rPr>
              <a:t>›</a:t>
            </a:r>
          </a:p>
        </p:txBody>
      </p:sp>
      <p:sp>
        <p:nvSpPr>
          <p:cNvPr id="80" name="connector-574-440">
            <a:extLst xmlns:a="http://schemas.openxmlformats.org/drawingml/2006/main">
              <a:ext uri="{FF2B5EF4-FFF2-40B4-BE49-F238E27FC236}">
                <a16:creationId xmlns:a16="http://schemas.microsoft.com/office/drawing/2014/main" id="{0A5BC304-5A05-4E3C-8639-6002F2CD23AA}"/>
              </a:ext>
            </a:extLst>
          </p:cNvPr>
          <p:cNvSpPr>
            <a:spLocks xmlns:a="http://schemas.openxmlformats.org/drawingml/2006/main" noGrp="1"/>
          </p:cNvSpPr>
          <p:nvPr/>
        </p:nvSpPr>
        <p:spPr>
          <a:xfrm xmlns:a="http://schemas.openxmlformats.org/drawingml/2006/main">
            <a:off x="5467350" y="4191000"/>
            <a:ext cx="933450" cy="0"/>
          </a:xfrm>
          <a:prstGeom xmlns:a="http://schemas.openxmlformats.org/drawingml/2006/main" prst="line">
            <a:avLst/>
          </a:prstGeom>
          <a:noFill xmlns:a="http://schemas.openxmlformats.org/drawingml/2006/main"/>
          <a:ln xmlns:a="http://schemas.openxmlformats.org/drawingml/2006/main" w="19050">
            <a:solidFill>
              <a:srgbClr val="1670C1"/>
            </a:solidFill>
          </a:ln>
        </p:spPr>
      </p:sp>
      <p:sp>
        <p:nvSpPr>
          <p:cNvPr id="81" name="connector-arrow-574-440">
            <a:extLst xmlns:a="http://schemas.openxmlformats.org/drawingml/2006/main">
              <a:ext uri="{FF2B5EF4-FFF2-40B4-BE49-F238E27FC236}">
                <a16:creationId xmlns:a16="http://schemas.microsoft.com/office/drawing/2014/main" id="{91798115-C24B-4A74-A4C0-FE4EAF1962CA}"/>
              </a:ext>
            </a:extLst>
          </p:cNvPr>
          <p:cNvSpPr>
            <a:spLocks xmlns:a="http://schemas.openxmlformats.org/drawingml/2006/main" noGrp="1"/>
          </p:cNvSpPr>
          <p:nvPr/>
        </p:nvSpPr>
        <p:spPr>
          <a:xfrm xmlns:a="http://schemas.openxmlformats.org/drawingml/2006/main">
            <a:off x="6305550" y="4019550"/>
            <a:ext cx="19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950" b="1">
                <a:solidFill>
                  <a:srgbClr val="1670C1"/>
                </a:solidFill>
                <a:latin typeface="Arial"/>
                <a:ea typeface="Arial"/>
                <a:cs typeface="Arial"/>
              </a:defRPr>
            </a:pPr>
            <a:r>
              <a:rPr sz="1950" b="1">
                <a:solidFill>
                  <a:srgbClr val="1670C1"/>
                </a:solidFill>
                <a:latin typeface="Arial"/>
                <a:ea typeface="Arial"/>
                <a:cs typeface="Arial"/>
              </a:rPr>
              <a:t>›</a:t>
            </a:r>
          </a:p>
        </p:txBody>
      </p:sp>
      <p:sp>
        <p:nvSpPr>
          <p:cNvPr id="82" name="architecture-boundary">
            <a:extLst xmlns:a="http://schemas.openxmlformats.org/drawingml/2006/main">
              <a:ext uri="{FF2B5EF4-FFF2-40B4-BE49-F238E27FC236}">
                <a16:creationId xmlns:a16="http://schemas.microsoft.com/office/drawing/2014/main" id="{81D2E3E4-AC6E-4EAE-993A-B927E02EA777}"/>
              </a:ext>
            </a:extLst>
          </p:cNvPr>
          <p:cNvSpPr>
            <a:spLocks xmlns:a="http://schemas.openxmlformats.org/drawingml/2006/main" noGrp="1"/>
          </p:cNvSpPr>
          <p:nvPr/>
        </p:nvSpPr>
        <p:spPr>
          <a:xfrm xmlns:a="http://schemas.openxmlformats.org/drawingml/2006/main">
            <a:off x="1714500" y="5524500"/>
            <a:ext cx="571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28575" rIns="57150" bIns="28575" anchor="ctr">
            <a:normAutofit fontScale="99069"/>
          </a:bodyPr>
          <a:lstStyle xmlns:a="http://schemas.openxmlformats.org/drawingml/2006/main"/>
          <a:p xmlns:a="http://schemas.openxmlformats.org/drawingml/2006/main">
            <a:pPr algn="ctr">
              <a:buNone/>
              <a:defRPr sz="1350" b="1">
                <a:solidFill>
                  <a:srgbClr val="C8180A"/>
                </a:solidFill>
                <a:latin typeface="Arial"/>
                <a:ea typeface="Arial"/>
                <a:cs typeface="Arial"/>
              </a:defRPr>
            </a:pPr>
            <a:r>
              <a:rPr sz="1350" b="1">
                <a:solidFill>
                  <a:srgbClr val="C8180A"/>
                </a:solidFill>
                <a:latin typeface="Arial"/>
                <a:ea typeface="Arial"/>
                <a:cs typeface="Arial"/>
              </a:rPr>
              <a:t>The mathematical kernel never reads video files or writes output files</a:t>
            </a:r>
          </a:p>
        </p:txBody>
      </p:sp>
    </p:spTree>
    <p:extLst>
      <p:ext uri="{BB962C8B-B14F-4D97-AF65-F5344CB8AC3E}">
        <p14:creationId xmlns:p14="http://schemas.microsoft.com/office/powerpoint/2010/main" val="137932473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title-band">
            <a:extLst xmlns:a="http://schemas.openxmlformats.org/drawingml/2006/main">
              <a:ext uri="{FF2B5EF4-FFF2-40B4-BE49-F238E27FC236}">
                <a16:creationId xmlns:a16="http://schemas.microsoft.com/office/drawing/2014/main" id="{66BA8C54-D9FF-46E2-A687-5D58C1154FF7}"/>
              </a:ext>
            </a:extLst>
          </p:cNvPr>
          <p:cNvSpPr>
            <a:spLocks xmlns:a="http://schemas.openxmlformats.org/drawingml/2006/main" noGrp="1"/>
          </p:cNvSpPr>
          <p:nvPr/>
        </p:nvSpPr>
        <p:spPr>
          <a:xfrm xmlns:a="http://schemas.openxmlformats.org/drawingml/2006/main">
            <a:off x="0" y="0"/>
            <a:ext cx="9144000" cy="838200"/>
          </a:xfrm>
          <a:prstGeom xmlns:a="http://schemas.openxmlformats.org/drawingml/2006/main" prst="rect">
            <a:avLst/>
          </a:prstGeom>
          <a:solidFill xmlns:a="http://schemas.openxmlformats.org/drawingml/2006/main">
            <a:srgbClr val="F0F0F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slide-title">
            <a:extLst xmlns:a="http://schemas.openxmlformats.org/drawingml/2006/main">
              <a:ext uri="{FF2B5EF4-FFF2-40B4-BE49-F238E27FC236}">
                <a16:creationId xmlns:a16="http://schemas.microsoft.com/office/drawing/2014/main" id="{1CEFC140-949C-4E88-8AF6-AD7A10204C36}"/>
              </a:ext>
            </a:extLst>
          </p:cNvPr>
          <p:cNvSpPr>
            <a:spLocks xmlns:a="http://schemas.openxmlformats.org/drawingml/2006/main" noGrp="1"/>
          </p:cNvSpPr>
          <p:nvPr/>
        </p:nvSpPr>
        <p:spPr>
          <a:xfrm xmlns:a="http://schemas.openxmlformats.org/drawingml/2006/main">
            <a:off x="323850" y="133350"/>
            <a:ext cx="7048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2550" b="0" i="0">
                <a:solidFill>
                  <a:srgbClr val="074B82"/>
                </a:solidFill>
                <a:latin typeface="Arial"/>
                <a:ea typeface="Arial"/>
                <a:cs typeface="Arial"/>
              </a:defRPr>
            </a:pPr>
            <a:r>
              <a:rPr sz="2550" b="0" i="0">
                <a:solidFill>
                  <a:srgbClr val="074B82"/>
                </a:solidFill>
                <a:latin typeface="Arial"/>
                <a:ea typeface="Arial"/>
                <a:cs typeface="Arial"/>
              </a:rPr>
              <a:t>End-to-End Implementation</a:t>
            </a:r>
            <a:endParaRPr sz="2550" b="0" i="0">
              <a:solidFill>
                <a:srgbClr val="074B82"/>
              </a:solidFill>
              <a:latin typeface="Arial"/>
              <a:ea typeface="Arial"/>
              <a:cs typeface="Arial"/>
            </a:endParaRPr>
          </a:p>
        </p:txBody>
      </p:sp>
      <p:sp>
        <p:nvSpPr>
          <p:cNvPr id="34" name="footer-left">
            <a:extLst xmlns:a="http://schemas.openxmlformats.org/drawingml/2006/main">
              <a:ext uri="{FF2B5EF4-FFF2-40B4-BE49-F238E27FC236}">
                <a16:creationId xmlns:a16="http://schemas.microsoft.com/office/drawing/2014/main" id="{47F663FC-FBBE-4B85-9BF9-EED46ABCEFC0}"/>
              </a:ext>
            </a:extLst>
          </p:cNvPr>
          <p:cNvSpPr>
            <a:spLocks xmlns:a="http://schemas.openxmlformats.org/drawingml/2006/main" noGrp="1"/>
          </p:cNvSpPr>
          <p:nvPr/>
        </p:nvSpPr>
        <p:spPr>
          <a:xfrm xmlns:a="http://schemas.openxmlformats.org/drawingml/2006/main">
            <a:off x="0" y="6629400"/>
            <a:ext cx="3048000" cy="228600"/>
          </a:xfrm>
          <a:prstGeom xmlns:a="http://schemas.openxmlformats.org/drawingml/2006/main" prst="rect">
            <a:avLst/>
          </a:prstGeom>
          <a:solidFill xmlns:a="http://schemas.openxmlformats.org/drawingml/2006/main">
            <a:srgbClr val="C4C5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5" name="footer-center">
            <a:extLst xmlns:a="http://schemas.openxmlformats.org/drawingml/2006/main">
              <a:ext uri="{FF2B5EF4-FFF2-40B4-BE49-F238E27FC236}">
                <a16:creationId xmlns:a16="http://schemas.microsoft.com/office/drawing/2014/main" id="{3291C245-9EF8-48EF-8886-1F6D4FA2D6FA}"/>
              </a:ext>
            </a:extLst>
          </p:cNvPr>
          <p:cNvSpPr>
            <a:spLocks xmlns:a="http://schemas.openxmlformats.org/drawingml/2006/main" noGrp="1"/>
          </p:cNvSpPr>
          <p:nvPr/>
        </p:nvSpPr>
        <p:spPr>
          <a:xfrm xmlns:a="http://schemas.openxmlformats.org/drawingml/2006/main">
            <a:off x="3048000" y="6629400"/>
            <a:ext cx="3048000" cy="228600"/>
          </a:xfrm>
          <a:prstGeom xmlns:a="http://schemas.openxmlformats.org/drawingml/2006/main" prst="rect">
            <a:avLst/>
          </a:prstGeom>
          <a:solidFill xmlns:a="http://schemas.openxmlformats.org/drawingml/2006/main">
            <a:srgbClr val="B8BBD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6" name="footer-right">
            <a:extLst xmlns:a="http://schemas.openxmlformats.org/drawingml/2006/main">
              <a:ext uri="{FF2B5EF4-FFF2-40B4-BE49-F238E27FC236}">
                <a16:creationId xmlns:a16="http://schemas.microsoft.com/office/drawing/2014/main" id="{7F8F2CD1-8495-4737-9F9C-447B1C550B03}"/>
              </a:ext>
            </a:extLst>
          </p:cNvPr>
          <p:cNvSpPr>
            <a:spLocks xmlns:a="http://schemas.openxmlformats.org/drawingml/2006/main" noGrp="1"/>
          </p:cNvSpPr>
          <p:nvPr/>
        </p:nvSpPr>
        <p:spPr>
          <a:xfrm xmlns:a="http://schemas.openxmlformats.org/drawingml/2006/main">
            <a:off x="6096000" y="6629400"/>
            <a:ext cx="2476500" cy="228600"/>
          </a:xfrm>
          <a:prstGeom xmlns:a="http://schemas.openxmlformats.org/drawingml/2006/main" prst="rect">
            <a:avLst/>
          </a:prstGeom>
          <a:solidFill xmlns:a="http://schemas.openxmlformats.org/drawingml/2006/main">
            <a:srgbClr val="C4C5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7" name="footer-page">
            <a:extLst xmlns:a="http://schemas.openxmlformats.org/drawingml/2006/main">
              <a:ext uri="{FF2B5EF4-FFF2-40B4-BE49-F238E27FC236}">
                <a16:creationId xmlns:a16="http://schemas.microsoft.com/office/drawing/2014/main" id="{D37BF956-1AC4-4C13-AEFF-FB7CFFDE8B39}"/>
              </a:ext>
            </a:extLst>
          </p:cNvPr>
          <p:cNvSpPr>
            <a:spLocks xmlns:a="http://schemas.openxmlformats.org/drawingml/2006/main" noGrp="1"/>
          </p:cNvSpPr>
          <p:nvPr/>
        </p:nvSpPr>
        <p:spPr>
          <a:xfrm xmlns:a="http://schemas.openxmlformats.org/drawingml/2006/main">
            <a:off x="8572500" y="6629400"/>
            <a:ext cx="571500" cy="228600"/>
          </a:xfrm>
          <a:prstGeom xmlns:a="http://schemas.openxmlformats.org/drawingml/2006/main" prst="rect">
            <a:avLst/>
          </a:prstGeom>
          <a:solidFill xmlns:a="http://schemas.openxmlformats.org/drawingml/2006/main">
            <a:srgbClr val="B8BBD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9" name="矩形 38">
            <a:extLst xmlns:a="http://schemas.openxmlformats.org/drawingml/2006/main">
              <a:ext uri="{FF2B5EF4-FFF2-40B4-BE49-F238E27FC236}">
                <a16:creationId xmlns:a16="http://schemas.microsoft.com/office/drawing/2014/main" id="{5E28BA6D-0516-4096-A1F8-90139C996190}"/>
              </a:ext>
            </a:extLst>
          </p:cNvPr>
          <p:cNvSpPr>
            <a:spLocks xmlns:a="http://schemas.openxmlformats.org/drawingml/2006/main" noGrp="1"/>
          </p:cNvSpPr>
          <p:nvPr/>
        </p:nvSpPr>
        <p:spPr>
          <a:xfrm xmlns:a="http://schemas.openxmlformats.org/drawingml/2006/main">
            <a:off x="3810000" y="66294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EE5110/EE6110</a:t>
            </a:r>
            <a:endParaRPr sz="1050" b="0" i="0">
              <a:solidFill>
                <a:srgbClr val="242424"/>
              </a:solidFill>
              <a:latin typeface="Arial"/>
              <a:ea typeface="Arial"/>
              <a:cs typeface="Arial"/>
            </a:endParaRPr>
          </a:p>
        </p:txBody>
      </p:sp>
      <p:sp>
        <p:nvSpPr>
          <p:cNvPr id="40" name="矩形 39">
            <a:extLst xmlns:a="http://schemas.openxmlformats.org/drawingml/2006/main">
              <a:ext uri="{FF2B5EF4-FFF2-40B4-BE49-F238E27FC236}">
                <a16:creationId xmlns:a16="http://schemas.microsoft.com/office/drawing/2014/main" id="{D9840B7F-97AA-490D-AADD-67CAB95D911A}"/>
              </a:ext>
            </a:extLst>
          </p:cNvPr>
          <p:cNvSpPr>
            <a:spLocks xmlns:a="http://schemas.openxmlformats.org/drawingml/2006/main" noGrp="1"/>
          </p:cNvSpPr>
          <p:nvPr/>
        </p:nvSpPr>
        <p:spPr>
          <a:xfrm xmlns:a="http://schemas.openxmlformats.org/drawingml/2006/main">
            <a:off x="6572250" y="66294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975" b="0" i="0">
                <a:solidFill>
                  <a:srgbClr val="242424"/>
                </a:solidFill>
                <a:latin typeface="Arial"/>
                <a:ea typeface="Arial"/>
                <a:cs typeface="Arial"/>
              </a:defRPr>
            </a:pPr>
            <a:r>
              <a:rPr sz="975" b="0" i="0">
                <a:solidFill>
                  <a:srgbClr val="242424"/>
                </a:solidFill>
                <a:latin typeface="Arial"/>
                <a:ea typeface="Arial"/>
                <a:cs typeface="Arial"/>
              </a:rPr>
              <a:t>Event Camera Simulator</a:t>
            </a:r>
            <a:endParaRPr sz="975" b="0" i="0">
              <a:solidFill>
                <a:srgbClr val="242424"/>
              </a:solidFill>
              <a:latin typeface="Arial"/>
              <a:ea typeface="Arial"/>
              <a:cs typeface="Arial"/>
            </a:endParaRPr>
          </a:p>
        </p:txBody>
      </p:sp>
      <p:sp>
        <p:nvSpPr>
          <p:cNvPr id="41" name="矩形 40">
            <a:extLst xmlns:a="http://schemas.openxmlformats.org/drawingml/2006/main">
              <a:ext uri="{FF2B5EF4-FFF2-40B4-BE49-F238E27FC236}">
                <a16:creationId xmlns:a16="http://schemas.microsoft.com/office/drawing/2014/main" id="{D984BAED-D894-4E86-8C77-974029EBECE5}"/>
              </a:ext>
            </a:extLst>
          </p:cNvPr>
          <p:cNvSpPr>
            <a:spLocks xmlns:a="http://schemas.openxmlformats.org/drawingml/2006/main" noGrp="1"/>
          </p:cNvSpPr>
          <p:nvPr/>
        </p:nvSpPr>
        <p:spPr>
          <a:xfrm xmlns:a="http://schemas.openxmlformats.org/drawingml/2006/main">
            <a:off x="8677275" y="66294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11</a:t>
            </a:r>
            <a:endParaRPr sz="1050" b="0" i="0">
              <a:solidFill>
                <a:srgbClr val="242424"/>
              </a:solidFill>
              <a:latin typeface="Arial"/>
              <a:ea typeface="Arial"/>
              <a:cs typeface="Arial"/>
            </a:endParaRPr>
          </a:p>
        </p:txBody>
      </p:sp>
      <p:sp>
        <p:nvSpPr>
          <p:cNvPr id="14" name="矩形 13">
            <a:extLst xmlns:a="http://schemas.openxmlformats.org/drawingml/2006/main">
              <a:ext uri="{FF2B5EF4-FFF2-40B4-BE49-F238E27FC236}">
                <a16:creationId xmlns:a16="http://schemas.microsoft.com/office/drawing/2014/main" id="{8CC6AEA1-3C4F-4CDC-85B4-10A91871F1DB}"/>
              </a:ext>
            </a:extLst>
          </p:cNvPr>
          <p:cNvSpPr>
            <a:spLocks xmlns:a="http://schemas.openxmlformats.org/drawingml/2006/main" noGrp="1"/>
          </p:cNvSpPr>
          <p:nvPr/>
        </p:nvSpPr>
        <p:spPr>
          <a:xfrm xmlns:a="http://schemas.openxmlformats.org/drawingml/2006/main">
            <a:off x="904875" y="66294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Group</a:t>
            </a:r>
            <a:r>
              <a:rPr sz="1050" b="0" i="0">
                <a:solidFill>
                  <a:srgbClr val="242424"/>
                </a:solidFill>
                <a:latin typeface="Arial"/>
                <a:ea typeface="Arial"/>
                <a:cs typeface="Arial"/>
              </a:rPr>
              <a:t> 1</a:t>
            </a:r>
            <a:r>
              <a:rPr sz="1050" b="0" i="0">
                <a:solidFill>
                  <a:srgbClr val="242424"/>
                </a:solidFill>
                <a:latin typeface="Arial"/>
                <a:ea typeface="Arial"/>
                <a:cs typeface="Arial"/>
              </a:rPr>
              <a:t>3</a:t>
            </a:r>
            <a:endParaRPr sz="1050" b="0" i="0">
              <a:solidFill>
                <a:srgbClr val="242424"/>
              </a:solidFill>
              <a:latin typeface="Arial"/>
              <a:ea typeface="Arial"/>
              <a:cs typeface="Arial"/>
            </a:endParaRPr>
          </a:p>
        </p:txBody>
      </p:sp>
      <p:sp>
        <p:nvSpPr>
          <p:cNvPr id="43" name="integration-subtitle">
            <a:extLst xmlns:a="http://schemas.openxmlformats.org/drawingml/2006/main">
              <a:ext uri="{FF2B5EF4-FFF2-40B4-BE49-F238E27FC236}">
                <a16:creationId xmlns:a16="http://schemas.microsoft.com/office/drawing/2014/main" id="{E242844F-1408-4D38-BFC4-E724D68B2CA5}"/>
              </a:ext>
            </a:extLst>
          </p:cNvPr>
          <p:cNvSpPr>
            <a:spLocks xmlns:a="http://schemas.openxmlformats.org/drawingml/2006/main" noGrp="1"/>
          </p:cNvSpPr>
          <p:nvPr/>
        </p:nvSpPr>
        <p:spPr>
          <a:xfrm xmlns:a="http://schemas.openxmlformats.org/drawingml/2006/main">
            <a:off x="400050" y="962025"/>
            <a:ext cx="8343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ctr">
              <a:buNone/>
              <a:defRPr sz="1350" b="1">
                <a:solidFill>
                  <a:srgbClr val="C8180A"/>
                </a:solidFill>
                <a:latin typeface="Arial"/>
                <a:ea typeface="Arial"/>
                <a:cs typeface="Arial"/>
              </a:defRPr>
            </a:pPr>
            <a:r>
              <a:rPr sz="1350" b="1">
                <a:solidFill>
                  <a:srgbClr val="C8180A"/>
                </a:solidFill>
                <a:latin typeface="Arial"/>
                <a:ea typeface="Arial"/>
                <a:cs typeface="Arial"/>
              </a:rPr>
              <a:t>One command composes validated configuration, simulation and output</a:t>
            </a:r>
          </a:p>
        </p:txBody>
      </p:sp>
      <p:sp>
        <p:nvSpPr>
          <p:cNvPr id="44" name="step-number-1">
            <a:extLst xmlns:a="http://schemas.openxmlformats.org/drawingml/2006/main">
              <a:ext uri="{FF2B5EF4-FFF2-40B4-BE49-F238E27FC236}">
                <a16:creationId xmlns:a16="http://schemas.microsoft.com/office/drawing/2014/main" id="{C112231A-3167-4D55-8A47-4BD2C85CFF9D}"/>
              </a:ext>
            </a:extLst>
          </p:cNvPr>
          <p:cNvSpPr>
            <a:spLocks xmlns:a="http://schemas.openxmlformats.org/drawingml/2006/main" noGrp="1"/>
          </p:cNvSpPr>
          <p:nvPr/>
        </p:nvSpPr>
        <p:spPr>
          <a:xfrm xmlns:a="http://schemas.openxmlformats.org/drawingml/2006/main">
            <a:off x="571500" y="1581150"/>
            <a:ext cx="400050" cy="400050"/>
          </a:xfrm>
          <a:prstGeom xmlns:a="http://schemas.openxmlformats.org/drawingml/2006/main" prst="ellipse">
            <a:avLst/>
          </a:prstGeom>
          <a:solidFill xmlns:a="http://schemas.openxmlformats.org/drawingml/2006/main">
            <a:srgbClr val="1670C1"/>
          </a:solidFill>
          <a:ln xmlns:a="http://schemas.openxmlformats.org/drawingml/2006/main" w="0">
            <a:solidFill>
              <a:srgbClr val="1670C1"/>
            </a:solidFill>
          </a:ln>
        </p:spPr>
      </p:sp>
      <p:sp>
        <p:nvSpPr>
          <p:cNvPr id="45" name="step-number-text-1">
            <a:extLst xmlns:a="http://schemas.openxmlformats.org/drawingml/2006/main">
              <a:ext uri="{FF2B5EF4-FFF2-40B4-BE49-F238E27FC236}">
                <a16:creationId xmlns:a16="http://schemas.microsoft.com/office/drawing/2014/main" id="{DE899C8A-0508-4E19-9069-48DA7C7FC04F}"/>
              </a:ext>
            </a:extLst>
          </p:cNvPr>
          <p:cNvSpPr>
            <a:spLocks xmlns:a="http://schemas.openxmlformats.org/drawingml/2006/main" noGrp="1"/>
          </p:cNvSpPr>
          <p:nvPr/>
        </p:nvSpPr>
        <p:spPr>
          <a:xfrm xmlns:a="http://schemas.openxmlformats.org/drawingml/2006/main">
            <a:off x="571500" y="158115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275" b="1">
                <a:solidFill>
                  <a:srgbClr val="FFFFFF"/>
                </a:solidFill>
                <a:latin typeface="Arial"/>
                <a:ea typeface="Arial"/>
                <a:cs typeface="Arial"/>
              </a:defRPr>
            </a:pPr>
            <a:r>
              <a:rPr sz="1275" b="1">
                <a:solidFill>
                  <a:srgbClr val="FFFFFF"/>
                </a:solidFill>
                <a:latin typeface="Arial"/>
                <a:ea typeface="Arial"/>
                <a:cs typeface="Arial"/>
              </a:rPr>
              <a:t>1</a:t>
            </a:r>
          </a:p>
        </p:txBody>
      </p:sp>
      <p:sp>
        <p:nvSpPr>
          <p:cNvPr id="46" name="step-title-1">
            <a:extLst xmlns:a="http://schemas.openxmlformats.org/drawingml/2006/main">
              <a:ext uri="{FF2B5EF4-FFF2-40B4-BE49-F238E27FC236}">
                <a16:creationId xmlns:a16="http://schemas.microsoft.com/office/drawing/2014/main" id="{38E6A61E-D899-4DF9-A1AA-70432D4E9E94}"/>
              </a:ext>
            </a:extLst>
          </p:cNvPr>
          <p:cNvSpPr>
            <a:spLocks xmlns:a="http://schemas.openxmlformats.org/drawingml/2006/main" noGrp="1"/>
          </p:cNvSpPr>
          <p:nvPr/>
        </p:nvSpPr>
        <p:spPr>
          <a:xfrm xmlns:a="http://schemas.openxmlformats.org/drawingml/2006/main">
            <a:off x="1123950" y="1552575"/>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75" b="1">
                <a:solidFill>
                  <a:srgbClr val="074B82"/>
                </a:solidFill>
                <a:latin typeface="Arial"/>
                <a:ea typeface="Arial"/>
                <a:cs typeface="Arial"/>
              </a:defRPr>
            </a:pPr>
            <a:r>
              <a:rPr sz="1275" b="1">
                <a:solidFill>
                  <a:srgbClr val="074B82"/>
                </a:solidFill>
                <a:latin typeface="Arial"/>
                <a:ea typeface="Arial"/>
                <a:cs typeface="Arial"/>
              </a:rPr>
              <a:t>Load and validate YAML</a:t>
            </a:r>
          </a:p>
        </p:txBody>
      </p:sp>
      <p:sp>
        <p:nvSpPr>
          <p:cNvPr id="47" name="step-detail-1">
            <a:extLst xmlns:a="http://schemas.openxmlformats.org/drawingml/2006/main">
              <a:ext uri="{FF2B5EF4-FFF2-40B4-BE49-F238E27FC236}">
                <a16:creationId xmlns:a16="http://schemas.microsoft.com/office/drawing/2014/main" id="{6A9FDA61-1992-4F2F-916E-2FD7759B2D05}"/>
              </a:ext>
            </a:extLst>
          </p:cNvPr>
          <p:cNvSpPr>
            <a:spLocks xmlns:a="http://schemas.openxmlformats.org/drawingml/2006/main" noGrp="1"/>
          </p:cNvSpPr>
          <p:nvPr/>
        </p:nvSpPr>
        <p:spPr>
          <a:xfrm xmlns:a="http://schemas.openxmlformats.org/drawingml/2006/main">
            <a:off x="1123950" y="180022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00" b="0">
                <a:solidFill>
                  <a:srgbClr val="555555"/>
                </a:solidFill>
                <a:latin typeface="Arial"/>
                <a:ea typeface="Arial"/>
                <a:cs typeface="Arial"/>
              </a:defRPr>
            </a:pPr>
            <a:r>
              <a:rPr sz="900" b="0">
                <a:solidFill>
                  <a:srgbClr val="555555"/>
                </a:solidFill>
                <a:latin typeface="Arial"/>
                <a:ea typeface="Arial"/>
                <a:cs typeface="Arial"/>
              </a:rPr>
              <a:t>Reject unknown keys and invalid thresholds before processing starts.</a:t>
            </a:r>
          </a:p>
        </p:txBody>
      </p:sp>
      <p:sp>
        <p:nvSpPr>
          <p:cNvPr id="48" name="step-number-2">
            <a:extLst xmlns:a="http://schemas.openxmlformats.org/drawingml/2006/main">
              <a:ext uri="{FF2B5EF4-FFF2-40B4-BE49-F238E27FC236}">
                <a16:creationId xmlns:a16="http://schemas.microsoft.com/office/drawing/2014/main" id="{2CC69690-BCB1-4E95-A0BF-16510CF7CB2C}"/>
              </a:ext>
            </a:extLst>
          </p:cNvPr>
          <p:cNvSpPr>
            <a:spLocks xmlns:a="http://schemas.openxmlformats.org/drawingml/2006/main" noGrp="1"/>
          </p:cNvSpPr>
          <p:nvPr/>
        </p:nvSpPr>
        <p:spPr>
          <a:xfrm xmlns:a="http://schemas.openxmlformats.org/drawingml/2006/main">
            <a:off x="571500" y="2457450"/>
            <a:ext cx="400050" cy="400050"/>
          </a:xfrm>
          <a:prstGeom xmlns:a="http://schemas.openxmlformats.org/drawingml/2006/main" prst="ellipse">
            <a:avLst/>
          </a:prstGeom>
          <a:solidFill xmlns:a="http://schemas.openxmlformats.org/drawingml/2006/main">
            <a:srgbClr val="1670C1"/>
          </a:solidFill>
          <a:ln xmlns:a="http://schemas.openxmlformats.org/drawingml/2006/main" w="0">
            <a:solidFill>
              <a:srgbClr val="1670C1"/>
            </a:solidFill>
          </a:ln>
        </p:spPr>
      </p:sp>
      <p:sp>
        <p:nvSpPr>
          <p:cNvPr id="49" name="step-number-text-2">
            <a:extLst xmlns:a="http://schemas.openxmlformats.org/drawingml/2006/main">
              <a:ext uri="{FF2B5EF4-FFF2-40B4-BE49-F238E27FC236}">
                <a16:creationId xmlns:a16="http://schemas.microsoft.com/office/drawing/2014/main" id="{97B11161-ECCD-4689-8663-8C45E7427B93}"/>
              </a:ext>
            </a:extLst>
          </p:cNvPr>
          <p:cNvSpPr>
            <a:spLocks xmlns:a="http://schemas.openxmlformats.org/drawingml/2006/main" noGrp="1"/>
          </p:cNvSpPr>
          <p:nvPr/>
        </p:nvSpPr>
        <p:spPr>
          <a:xfrm xmlns:a="http://schemas.openxmlformats.org/drawingml/2006/main">
            <a:off x="571500" y="245745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275" b="1">
                <a:solidFill>
                  <a:srgbClr val="FFFFFF"/>
                </a:solidFill>
                <a:latin typeface="Arial"/>
                <a:ea typeface="Arial"/>
                <a:cs typeface="Arial"/>
              </a:defRPr>
            </a:pPr>
            <a:r>
              <a:rPr sz="1275" b="1">
                <a:solidFill>
                  <a:srgbClr val="FFFFFF"/>
                </a:solidFill>
                <a:latin typeface="Arial"/>
                <a:ea typeface="Arial"/>
                <a:cs typeface="Arial"/>
              </a:rPr>
              <a:t>2</a:t>
            </a:r>
          </a:p>
        </p:txBody>
      </p:sp>
      <p:sp>
        <p:nvSpPr>
          <p:cNvPr id="50" name="step-title-2">
            <a:extLst xmlns:a="http://schemas.openxmlformats.org/drawingml/2006/main">
              <a:ext uri="{FF2B5EF4-FFF2-40B4-BE49-F238E27FC236}">
                <a16:creationId xmlns:a16="http://schemas.microsoft.com/office/drawing/2014/main" id="{A6E892A5-9228-4D52-96EB-E0657D5B6DC4}"/>
              </a:ext>
            </a:extLst>
          </p:cNvPr>
          <p:cNvSpPr>
            <a:spLocks xmlns:a="http://schemas.openxmlformats.org/drawingml/2006/main" noGrp="1"/>
          </p:cNvSpPr>
          <p:nvPr/>
        </p:nvSpPr>
        <p:spPr>
          <a:xfrm xmlns:a="http://schemas.openxmlformats.org/drawingml/2006/main">
            <a:off x="1123950" y="2428875"/>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75" b="1">
                <a:solidFill>
                  <a:srgbClr val="074B82"/>
                </a:solidFill>
                <a:latin typeface="Arial"/>
                <a:ea typeface="Arial"/>
                <a:cs typeface="Arial"/>
              </a:defRPr>
            </a:pPr>
            <a:r>
              <a:rPr sz="1275" b="1">
                <a:solidFill>
                  <a:srgbClr val="074B82"/>
                </a:solidFill>
                <a:latin typeface="Arial"/>
                <a:ea typeface="Arial"/>
                <a:cs typeface="Arial"/>
              </a:rPr>
              <a:t>Read timestamped video</a:t>
            </a:r>
          </a:p>
        </p:txBody>
      </p:sp>
      <p:sp>
        <p:nvSpPr>
          <p:cNvPr id="51" name="step-detail-2">
            <a:extLst xmlns:a="http://schemas.openxmlformats.org/drawingml/2006/main">
              <a:ext uri="{FF2B5EF4-FFF2-40B4-BE49-F238E27FC236}">
                <a16:creationId xmlns:a16="http://schemas.microsoft.com/office/drawing/2014/main" id="{27C3FEA0-457E-4B26-98EF-2D16C4DE68BB}"/>
              </a:ext>
            </a:extLst>
          </p:cNvPr>
          <p:cNvSpPr>
            <a:spLocks xmlns:a="http://schemas.openxmlformats.org/drawingml/2006/main" noGrp="1"/>
          </p:cNvSpPr>
          <p:nvPr/>
        </p:nvSpPr>
        <p:spPr>
          <a:xfrm xmlns:a="http://schemas.openxmlformats.org/drawingml/2006/main">
            <a:off x="1123950" y="267652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00" b="0">
                <a:solidFill>
                  <a:srgbClr val="555555"/>
                </a:solidFill>
                <a:latin typeface="Arial"/>
                <a:ea typeface="Arial"/>
                <a:cs typeface="Arial"/>
              </a:defRPr>
            </a:pPr>
            <a:r>
              <a:rPr sz="900" b="0">
                <a:solidFill>
                  <a:srgbClr val="555555"/>
                </a:solidFill>
                <a:latin typeface="Arial"/>
                <a:ea typeface="Arial"/>
                <a:cs typeface="Arial"/>
              </a:rPr>
              <a:t>Return frames (T,H,W,3), dimensions and strictly increasing seconds.</a:t>
            </a:r>
          </a:p>
        </p:txBody>
      </p:sp>
      <p:sp>
        <p:nvSpPr>
          <p:cNvPr id="52" name="step-number-3">
            <a:extLst xmlns:a="http://schemas.openxmlformats.org/drawingml/2006/main">
              <a:ext uri="{FF2B5EF4-FFF2-40B4-BE49-F238E27FC236}">
                <a16:creationId xmlns:a16="http://schemas.microsoft.com/office/drawing/2014/main" id="{33C20ED2-FAA2-4737-AE4A-BA81D8BD0725}"/>
              </a:ext>
            </a:extLst>
          </p:cNvPr>
          <p:cNvSpPr>
            <a:spLocks xmlns:a="http://schemas.openxmlformats.org/drawingml/2006/main" noGrp="1"/>
          </p:cNvSpPr>
          <p:nvPr/>
        </p:nvSpPr>
        <p:spPr>
          <a:xfrm xmlns:a="http://schemas.openxmlformats.org/drawingml/2006/main">
            <a:off x="571500" y="3333750"/>
            <a:ext cx="400050" cy="400050"/>
          </a:xfrm>
          <a:prstGeom xmlns:a="http://schemas.openxmlformats.org/drawingml/2006/main" prst="ellipse">
            <a:avLst/>
          </a:prstGeom>
          <a:solidFill xmlns:a="http://schemas.openxmlformats.org/drawingml/2006/main">
            <a:srgbClr val="074B82"/>
          </a:solidFill>
          <a:ln xmlns:a="http://schemas.openxmlformats.org/drawingml/2006/main" w="0">
            <a:solidFill>
              <a:srgbClr val="074B82"/>
            </a:solidFill>
          </a:ln>
        </p:spPr>
      </p:sp>
      <p:sp>
        <p:nvSpPr>
          <p:cNvPr id="53" name="step-number-text-3">
            <a:extLst xmlns:a="http://schemas.openxmlformats.org/drawingml/2006/main">
              <a:ext uri="{FF2B5EF4-FFF2-40B4-BE49-F238E27FC236}">
                <a16:creationId xmlns:a16="http://schemas.microsoft.com/office/drawing/2014/main" id="{6BFB93B9-F700-4F83-ABDD-C7F984FD4502}"/>
              </a:ext>
            </a:extLst>
          </p:cNvPr>
          <p:cNvSpPr>
            <a:spLocks xmlns:a="http://schemas.openxmlformats.org/drawingml/2006/main" noGrp="1"/>
          </p:cNvSpPr>
          <p:nvPr/>
        </p:nvSpPr>
        <p:spPr>
          <a:xfrm xmlns:a="http://schemas.openxmlformats.org/drawingml/2006/main">
            <a:off x="571500" y="333375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275" b="1">
                <a:solidFill>
                  <a:srgbClr val="FFFFFF"/>
                </a:solidFill>
                <a:latin typeface="Arial"/>
                <a:ea typeface="Arial"/>
                <a:cs typeface="Arial"/>
              </a:defRPr>
            </a:pPr>
            <a:r>
              <a:rPr sz="1275" b="1">
                <a:solidFill>
                  <a:srgbClr val="FFFFFF"/>
                </a:solidFill>
                <a:latin typeface="Arial"/>
                <a:ea typeface="Arial"/>
                <a:cs typeface="Arial"/>
              </a:rPr>
              <a:t>3</a:t>
            </a:r>
          </a:p>
        </p:txBody>
      </p:sp>
      <p:sp>
        <p:nvSpPr>
          <p:cNvPr id="54" name="step-title-3">
            <a:extLst xmlns:a="http://schemas.openxmlformats.org/drawingml/2006/main">
              <a:ext uri="{FF2B5EF4-FFF2-40B4-BE49-F238E27FC236}">
                <a16:creationId xmlns:a16="http://schemas.microsoft.com/office/drawing/2014/main" id="{7E34E9B5-4C29-44B2-9AC8-DFECC14B509F}"/>
              </a:ext>
            </a:extLst>
          </p:cNvPr>
          <p:cNvSpPr>
            <a:spLocks xmlns:a="http://schemas.openxmlformats.org/drawingml/2006/main" noGrp="1"/>
          </p:cNvSpPr>
          <p:nvPr/>
        </p:nvSpPr>
        <p:spPr>
          <a:xfrm xmlns:a="http://schemas.openxmlformats.org/drawingml/2006/main">
            <a:off x="1123950" y="3305175"/>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75" b="1">
                <a:solidFill>
                  <a:srgbClr val="074B82"/>
                </a:solidFill>
                <a:latin typeface="Arial"/>
                <a:ea typeface="Arial"/>
                <a:cs typeface="Arial"/>
              </a:defRPr>
            </a:pPr>
            <a:r>
              <a:rPr sz="1275" b="1">
                <a:solidFill>
                  <a:srgbClr val="074B82"/>
                </a:solidFill>
                <a:latin typeface="Arial"/>
                <a:ea typeface="Arial"/>
                <a:cs typeface="Arial"/>
              </a:rPr>
              <a:t>Simulate adjacent intervals</a:t>
            </a:r>
          </a:p>
        </p:txBody>
      </p:sp>
      <p:sp>
        <p:nvSpPr>
          <p:cNvPr id="55" name="step-detail-3">
            <a:extLst xmlns:a="http://schemas.openxmlformats.org/drawingml/2006/main">
              <a:ext uri="{FF2B5EF4-FFF2-40B4-BE49-F238E27FC236}">
                <a16:creationId xmlns:a16="http://schemas.microsoft.com/office/drawing/2014/main" id="{CA94729E-FEB1-4C00-9DFB-EED73A2DB835}"/>
              </a:ext>
            </a:extLst>
          </p:cNvPr>
          <p:cNvSpPr>
            <a:spLocks xmlns:a="http://schemas.openxmlformats.org/drawingml/2006/main" noGrp="1"/>
          </p:cNvSpPr>
          <p:nvPr/>
        </p:nvSpPr>
        <p:spPr>
          <a:xfrm xmlns:a="http://schemas.openxmlformats.org/drawingml/2006/main">
            <a:off x="1123950" y="355282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00" b="0">
                <a:solidFill>
                  <a:srgbClr val="555555"/>
                </a:solidFill>
                <a:latin typeface="Arial"/>
                <a:ea typeface="Arial"/>
                <a:cs typeface="Arial"/>
              </a:defRPr>
            </a:pPr>
            <a:r>
              <a:rPr sz="900" b="0">
                <a:solidFill>
                  <a:srgbClr val="555555"/>
                </a:solidFill>
                <a:latin typeface="Arial"/>
                <a:ea typeface="Arial"/>
                <a:cs typeface="Arial"/>
              </a:rPr>
              <a:t>Reset from frame zero, then generate events for each frame pair.</a:t>
            </a:r>
          </a:p>
        </p:txBody>
      </p:sp>
      <p:sp>
        <p:nvSpPr>
          <p:cNvPr id="56" name="step-number-4">
            <a:extLst xmlns:a="http://schemas.openxmlformats.org/drawingml/2006/main">
              <a:ext uri="{FF2B5EF4-FFF2-40B4-BE49-F238E27FC236}">
                <a16:creationId xmlns:a16="http://schemas.microsoft.com/office/drawing/2014/main" id="{62E36792-B24A-48C8-BEE0-42637F97CB52}"/>
              </a:ext>
            </a:extLst>
          </p:cNvPr>
          <p:cNvSpPr>
            <a:spLocks xmlns:a="http://schemas.openxmlformats.org/drawingml/2006/main" noGrp="1"/>
          </p:cNvSpPr>
          <p:nvPr/>
        </p:nvSpPr>
        <p:spPr>
          <a:xfrm xmlns:a="http://schemas.openxmlformats.org/drawingml/2006/main">
            <a:off x="571500" y="4210050"/>
            <a:ext cx="400050" cy="400050"/>
          </a:xfrm>
          <a:prstGeom xmlns:a="http://schemas.openxmlformats.org/drawingml/2006/main" prst="ellipse">
            <a:avLst/>
          </a:prstGeom>
          <a:solidFill xmlns:a="http://schemas.openxmlformats.org/drawingml/2006/main">
            <a:srgbClr val="D78916"/>
          </a:solidFill>
          <a:ln xmlns:a="http://schemas.openxmlformats.org/drawingml/2006/main" w="0">
            <a:solidFill>
              <a:srgbClr val="D78916"/>
            </a:solidFill>
          </a:ln>
        </p:spPr>
      </p:sp>
      <p:sp>
        <p:nvSpPr>
          <p:cNvPr id="57" name="step-number-text-4">
            <a:extLst xmlns:a="http://schemas.openxmlformats.org/drawingml/2006/main">
              <a:ext uri="{FF2B5EF4-FFF2-40B4-BE49-F238E27FC236}">
                <a16:creationId xmlns:a16="http://schemas.microsoft.com/office/drawing/2014/main" id="{0BA10D3E-DC59-4DE7-8E19-C50637111A40}"/>
              </a:ext>
            </a:extLst>
          </p:cNvPr>
          <p:cNvSpPr>
            <a:spLocks xmlns:a="http://schemas.openxmlformats.org/drawingml/2006/main" noGrp="1"/>
          </p:cNvSpPr>
          <p:nvPr/>
        </p:nvSpPr>
        <p:spPr>
          <a:xfrm xmlns:a="http://schemas.openxmlformats.org/drawingml/2006/main">
            <a:off x="571500" y="421005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275" b="1">
                <a:solidFill>
                  <a:srgbClr val="FFFFFF"/>
                </a:solidFill>
                <a:latin typeface="Arial"/>
                <a:ea typeface="Arial"/>
                <a:cs typeface="Arial"/>
              </a:defRPr>
            </a:pPr>
            <a:r>
              <a:rPr sz="1275" b="1">
                <a:solidFill>
                  <a:srgbClr val="FFFFFF"/>
                </a:solidFill>
                <a:latin typeface="Arial"/>
                <a:ea typeface="Arial"/>
                <a:cs typeface="Arial"/>
              </a:rPr>
              <a:t>4</a:t>
            </a:r>
          </a:p>
        </p:txBody>
      </p:sp>
      <p:sp>
        <p:nvSpPr>
          <p:cNvPr id="58" name="step-title-4">
            <a:extLst xmlns:a="http://schemas.openxmlformats.org/drawingml/2006/main">
              <a:ext uri="{FF2B5EF4-FFF2-40B4-BE49-F238E27FC236}">
                <a16:creationId xmlns:a16="http://schemas.microsoft.com/office/drawing/2014/main" id="{8660F366-A4C7-4A1F-813F-98D52EC9C132}"/>
              </a:ext>
            </a:extLst>
          </p:cNvPr>
          <p:cNvSpPr>
            <a:spLocks xmlns:a="http://schemas.openxmlformats.org/drawingml/2006/main" noGrp="1"/>
          </p:cNvSpPr>
          <p:nvPr/>
        </p:nvSpPr>
        <p:spPr>
          <a:xfrm xmlns:a="http://schemas.openxmlformats.org/drawingml/2006/main">
            <a:off x="1123950" y="4181475"/>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75" b="1">
                <a:solidFill>
                  <a:srgbClr val="074B82"/>
                </a:solidFill>
                <a:latin typeface="Arial"/>
                <a:ea typeface="Arial"/>
                <a:cs typeface="Arial"/>
              </a:defRPr>
            </a:pPr>
            <a:r>
              <a:rPr sz="1275" b="1">
                <a:solidFill>
                  <a:srgbClr val="074B82"/>
                </a:solidFill>
                <a:latin typeface="Arial"/>
                <a:ea typeface="Arial"/>
                <a:cs typeface="Arial"/>
              </a:rPr>
              <a:t>Serialize canonical events</a:t>
            </a:r>
          </a:p>
        </p:txBody>
      </p:sp>
      <p:sp>
        <p:nvSpPr>
          <p:cNvPr id="59" name="step-detail-4">
            <a:extLst xmlns:a="http://schemas.openxmlformats.org/drawingml/2006/main">
              <a:ext uri="{FF2B5EF4-FFF2-40B4-BE49-F238E27FC236}">
                <a16:creationId xmlns:a16="http://schemas.microsoft.com/office/drawing/2014/main" id="{F98DE270-A1C4-439C-9E5F-D537FC1D2197}"/>
              </a:ext>
            </a:extLst>
          </p:cNvPr>
          <p:cNvSpPr>
            <a:spLocks xmlns:a="http://schemas.openxmlformats.org/drawingml/2006/main" noGrp="1"/>
          </p:cNvSpPr>
          <p:nvPr/>
        </p:nvSpPr>
        <p:spPr>
          <a:xfrm xmlns:a="http://schemas.openxmlformats.org/drawingml/2006/main">
            <a:off x="1123950" y="442912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00" b="0">
                <a:solidFill>
                  <a:srgbClr val="555555"/>
                </a:solidFill>
                <a:latin typeface="Arial"/>
                <a:ea typeface="Arial"/>
                <a:cs typeface="Arial"/>
              </a:defRPr>
            </a:pPr>
            <a:r>
              <a:rPr sz="900" b="0">
                <a:solidFill>
                  <a:srgbClr val="555555"/>
                </a:solidFill>
                <a:latin typeface="Arial"/>
                <a:ea typeface="Arial"/>
                <a:cs typeface="Arial"/>
              </a:rPr>
              <a:t>Write compressed NPZ and optional CSV without changing dtype or order.</a:t>
            </a:r>
          </a:p>
        </p:txBody>
      </p:sp>
      <p:sp>
        <p:nvSpPr>
          <p:cNvPr id="60" name="step-number-5">
            <a:extLst xmlns:a="http://schemas.openxmlformats.org/drawingml/2006/main">
              <a:ext uri="{FF2B5EF4-FFF2-40B4-BE49-F238E27FC236}">
                <a16:creationId xmlns:a16="http://schemas.microsoft.com/office/drawing/2014/main" id="{472B11FE-5460-4EB4-9BC2-B14908AC761D}"/>
              </a:ext>
            </a:extLst>
          </p:cNvPr>
          <p:cNvSpPr>
            <a:spLocks xmlns:a="http://schemas.openxmlformats.org/drawingml/2006/main" noGrp="1"/>
          </p:cNvSpPr>
          <p:nvPr/>
        </p:nvSpPr>
        <p:spPr>
          <a:xfrm xmlns:a="http://schemas.openxmlformats.org/drawingml/2006/main">
            <a:off x="571500" y="5086350"/>
            <a:ext cx="400050" cy="400050"/>
          </a:xfrm>
          <a:prstGeom xmlns:a="http://schemas.openxmlformats.org/drawingml/2006/main" prst="ellipse">
            <a:avLst/>
          </a:prstGeom>
          <a:solidFill xmlns:a="http://schemas.openxmlformats.org/drawingml/2006/main">
            <a:srgbClr val="16875B"/>
          </a:solidFill>
          <a:ln xmlns:a="http://schemas.openxmlformats.org/drawingml/2006/main" w="0">
            <a:solidFill>
              <a:srgbClr val="16875B"/>
            </a:solidFill>
          </a:ln>
        </p:spPr>
      </p:sp>
      <p:sp>
        <p:nvSpPr>
          <p:cNvPr id="61" name="step-number-text-5">
            <a:extLst xmlns:a="http://schemas.openxmlformats.org/drawingml/2006/main">
              <a:ext uri="{FF2B5EF4-FFF2-40B4-BE49-F238E27FC236}">
                <a16:creationId xmlns:a16="http://schemas.microsoft.com/office/drawing/2014/main" id="{036D8F9D-60DD-48C6-8C16-7D066D8B6053}"/>
              </a:ext>
            </a:extLst>
          </p:cNvPr>
          <p:cNvSpPr>
            <a:spLocks xmlns:a="http://schemas.openxmlformats.org/drawingml/2006/main" noGrp="1"/>
          </p:cNvSpPr>
          <p:nvPr/>
        </p:nvSpPr>
        <p:spPr>
          <a:xfrm xmlns:a="http://schemas.openxmlformats.org/drawingml/2006/main">
            <a:off x="571500" y="508635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275" b="1">
                <a:solidFill>
                  <a:srgbClr val="FFFFFF"/>
                </a:solidFill>
                <a:latin typeface="Arial"/>
                <a:ea typeface="Arial"/>
                <a:cs typeface="Arial"/>
              </a:defRPr>
            </a:pPr>
            <a:r>
              <a:rPr sz="1275" b="1">
                <a:solidFill>
                  <a:srgbClr val="FFFFFF"/>
                </a:solidFill>
                <a:latin typeface="Arial"/>
                <a:ea typeface="Arial"/>
                <a:cs typeface="Arial"/>
              </a:rPr>
              <a:t>5</a:t>
            </a:r>
          </a:p>
        </p:txBody>
      </p:sp>
      <p:sp>
        <p:nvSpPr>
          <p:cNvPr id="62" name="step-title-5">
            <a:extLst xmlns:a="http://schemas.openxmlformats.org/drawingml/2006/main">
              <a:ext uri="{FF2B5EF4-FFF2-40B4-BE49-F238E27FC236}">
                <a16:creationId xmlns:a16="http://schemas.microsoft.com/office/drawing/2014/main" id="{899CC268-12CA-48A0-8505-3D1506850F9F}"/>
              </a:ext>
            </a:extLst>
          </p:cNvPr>
          <p:cNvSpPr>
            <a:spLocks xmlns:a="http://schemas.openxmlformats.org/drawingml/2006/main" noGrp="1"/>
          </p:cNvSpPr>
          <p:nvPr/>
        </p:nvSpPr>
        <p:spPr>
          <a:xfrm xmlns:a="http://schemas.openxmlformats.org/drawingml/2006/main">
            <a:off x="1123950" y="5057775"/>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75" b="1">
                <a:solidFill>
                  <a:srgbClr val="074B82"/>
                </a:solidFill>
                <a:latin typeface="Arial"/>
                <a:ea typeface="Arial"/>
                <a:cs typeface="Arial"/>
              </a:defRPr>
            </a:pPr>
            <a:r>
              <a:rPr sz="1275" b="1">
                <a:solidFill>
                  <a:srgbClr val="074B82"/>
                </a:solidFill>
                <a:latin typeface="Arial"/>
                <a:ea typeface="Arial"/>
                <a:cs typeface="Arial"/>
              </a:rPr>
              <a:t>Create illustrative output</a:t>
            </a:r>
          </a:p>
        </p:txBody>
      </p:sp>
      <p:sp>
        <p:nvSpPr>
          <p:cNvPr id="63" name="step-detail-5">
            <a:extLst xmlns:a="http://schemas.openxmlformats.org/drawingml/2006/main">
              <a:ext uri="{FF2B5EF4-FFF2-40B4-BE49-F238E27FC236}">
                <a16:creationId xmlns:a16="http://schemas.microsoft.com/office/drawing/2014/main" id="{7D583476-D3B5-40D4-ADA4-56CA33BE94D3}"/>
              </a:ext>
            </a:extLst>
          </p:cNvPr>
          <p:cNvSpPr>
            <a:spLocks xmlns:a="http://schemas.openxmlformats.org/drawingml/2006/main" noGrp="1"/>
          </p:cNvSpPr>
          <p:nvPr/>
        </p:nvSpPr>
        <p:spPr>
          <a:xfrm xmlns:a="http://schemas.openxmlformats.org/drawingml/2006/main">
            <a:off x="1123950" y="530542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00" b="0">
                <a:solidFill>
                  <a:srgbClr val="555555"/>
                </a:solidFill>
                <a:latin typeface="Arial"/>
                <a:ea typeface="Arial"/>
                <a:cs typeface="Arial"/>
              </a:defRPr>
            </a:pPr>
            <a:r>
              <a:rPr sz="900" b="0">
                <a:solidFill>
                  <a:srgbClr val="555555"/>
                </a:solidFill>
                <a:latin typeface="Arial"/>
                <a:ea typeface="Arial"/>
                <a:cs typeface="Arial"/>
              </a:rPr>
              <a:t>Load the saved stream and render synchronized event and overlay video.</a:t>
            </a:r>
          </a:p>
        </p:txBody>
      </p:sp>
      <p:sp>
        <p:nvSpPr>
          <p:cNvPr id="64" name="contract-panel">
            <a:extLst xmlns:a="http://schemas.openxmlformats.org/drawingml/2006/main">
              <a:ext uri="{FF2B5EF4-FFF2-40B4-BE49-F238E27FC236}">
                <a16:creationId xmlns:a16="http://schemas.microsoft.com/office/drawing/2014/main" id="{347CCAC3-F1C1-418F-AEFE-ED3436608D06}"/>
              </a:ext>
            </a:extLst>
          </p:cNvPr>
          <p:cNvSpPr>
            <a:spLocks xmlns:a="http://schemas.openxmlformats.org/drawingml/2006/main" noGrp="1"/>
          </p:cNvSpPr>
          <p:nvPr/>
        </p:nvSpPr>
        <p:spPr>
          <a:xfrm xmlns:a="http://schemas.openxmlformats.org/drawingml/2006/main">
            <a:off x="4762500" y="1504950"/>
            <a:ext cx="3810000" cy="4171950"/>
          </a:xfrm>
          <a:prstGeom xmlns:a="http://schemas.openxmlformats.org/drawingml/2006/main" prst="roundRect">
            <a:avLst>
              <a:gd name="adj" fmla="val 2000"/>
            </a:avLst>
          </a:prstGeom>
          <a:solidFill xmlns:a="http://schemas.openxmlformats.org/drawingml/2006/main">
            <a:srgbClr val="F0F0F0"/>
          </a:solidFill>
          <a:ln xmlns:a="http://schemas.openxmlformats.org/drawingml/2006/main" w="9525">
            <a:solidFill>
              <a:srgbClr val="C7D0D8"/>
            </a:solidFill>
          </a:ln>
        </p:spPr>
      </p:sp>
      <p:sp>
        <p:nvSpPr>
          <p:cNvPr id="65" name="contract-title">
            <a:extLst xmlns:a="http://schemas.openxmlformats.org/drawingml/2006/main">
              <a:ext uri="{FF2B5EF4-FFF2-40B4-BE49-F238E27FC236}">
                <a16:creationId xmlns:a16="http://schemas.microsoft.com/office/drawing/2014/main" id="{D3785416-A3F6-4E88-B216-24AC430FE373}"/>
              </a:ext>
            </a:extLst>
          </p:cNvPr>
          <p:cNvSpPr>
            <a:spLocks xmlns:a="http://schemas.openxmlformats.org/drawingml/2006/main" noGrp="1"/>
          </p:cNvSpPr>
          <p:nvPr/>
        </p:nvSpPr>
        <p:spPr>
          <a:xfrm xmlns:a="http://schemas.openxmlformats.org/drawingml/2006/main">
            <a:off x="5010150" y="1676400"/>
            <a:ext cx="331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ctr">
              <a:buNone/>
              <a:defRPr sz="1575" b="1">
                <a:solidFill>
                  <a:srgbClr val="074B82"/>
                </a:solidFill>
                <a:latin typeface="Arial"/>
                <a:ea typeface="Arial"/>
                <a:cs typeface="Arial"/>
              </a:defRPr>
            </a:pPr>
            <a:r>
              <a:rPr sz="1575" b="1">
                <a:solidFill>
                  <a:srgbClr val="074B82"/>
                </a:solidFill>
                <a:latin typeface="Arial"/>
                <a:ea typeface="Arial"/>
                <a:cs typeface="Arial"/>
              </a:rPr>
              <a:t>Stable data contracts</a:t>
            </a:r>
          </a:p>
        </p:txBody>
      </p:sp>
      <p:sp>
        <p:nvSpPr>
          <p:cNvPr id="66" name="contract-label-0">
            <a:extLst xmlns:a="http://schemas.openxmlformats.org/drawingml/2006/main">
              <a:ext uri="{FF2B5EF4-FFF2-40B4-BE49-F238E27FC236}">
                <a16:creationId xmlns:a16="http://schemas.microsoft.com/office/drawing/2014/main" id="{6527B9BA-A7E5-470C-8BE0-A10ACCD3FD4F}"/>
              </a:ext>
            </a:extLst>
          </p:cNvPr>
          <p:cNvSpPr>
            <a:spLocks xmlns:a="http://schemas.openxmlformats.org/drawingml/2006/main" noGrp="1"/>
          </p:cNvSpPr>
          <p:nvPr/>
        </p:nvSpPr>
        <p:spPr>
          <a:xfrm xmlns:a="http://schemas.openxmlformats.org/drawingml/2006/main">
            <a:off x="5010150" y="2209800"/>
            <a:ext cx="1104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975" b="1">
                <a:solidFill>
                  <a:srgbClr val="074B82"/>
                </a:solidFill>
                <a:latin typeface="Arial"/>
                <a:ea typeface="Arial"/>
                <a:cs typeface="Arial"/>
              </a:defRPr>
            </a:pPr>
            <a:r>
              <a:rPr sz="975" b="1">
                <a:solidFill>
                  <a:srgbClr val="074B82"/>
                </a:solidFill>
                <a:latin typeface="Arial"/>
                <a:ea typeface="Arial"/>
                <a:cs typeface="Arial"/>
              </a:rPr>
              <a:t>Frame time</a:t>
            </a:r>
          </a:p>
        </p:txBody>
      </p:sp>
      <p:sp>
        <p:nvSpPr>
          <p:cNvPr id="67" name="contract-value-0">
            <a:extLst xmlns:a="http://schemas.openxmlformats.org/drawingml/2006/main">
              <a:ext uri="{FF2B5EF4-FFF2-40B4-BE49-F238E27FC236}">
                <a16:creationId xmlns:a16="http://schemas.microsoft.com/office/drawing/2014/main" id="{E3DBD27F-328D-4CDF-A950-EA3226350F99}"/>
              </a:ext>
            </a:extLst>
          </p:cNvPr>
          <p:cNvSpPr>
            <a:spLocks xmlns:a="http://schemas.openxmlformats.org/drawingml/2006/main" noGrp="1"/>
          </p:cNvSpPr>
          <p:nvPr/>
        </p:nvSpPr>
        <p:spPr>
          <a:xfrm xmlns:a="http://schemas.openxmlformats.org/drawingml/2006/main">
            <a:off x="6153150" y="2209800"/>
            <a:ext cx="2171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975" b="0">
                <a:solidFill>
                  <a:srgbClr val="242424"/>
                </a:solidFill>
                <a:latin typeface="Arial"/>
                <a:ea typeface="Arial"/>
                <a:cs typeface="Arial"/>
              </a:defRPr>
            </a:pPr>
            <a:r>
              <a:rPr sz="975" b="0">
                <a:solidFill>
                  <a:srgbClr val="242424"/>
                </a:solidFill>
                <a:latin typeface="Arial"/>
                <a:ea typeface="Arial"/>
                <a:cs typeface="Arial"/>
              </a:rPr>
              <a:t>float64 seconds</a:t>
            </a:r>
          </a:p>
        </p:txBody>
      </p:sp>
      <p:sp>
        <p:nvSpPr>
          <p:cNvPr id="68" name="contract-rule-1">
            <a:extLst xmlns:a="http://schemas.openxmlformats.org/drawingml/2006/main">
              <a:ext uri="{FF2B5EF4-FFF2-40B4-BE49-F238E27FC236}">
                <a16:creationId xmlns:a16="http://schemas.microsoft.com/office/drawing/2014/main" id="{8D466184-1861-4AAF-83D4-1A6CABF1ED48}"/>
              </a:ext>
            </a:extLst>
          </p:cNvPr>
          <p:cNvSpPr>
            <a:spLocks xmlns:a="http://schemas.openxmlformats.org/drawingml/2006/main" noGrp="1"/>
          </p:cNvSpPr>
          <p:nvPr/>
        </p:nvSpPr>
        <p:spPr>
          <a:xfrm xmlns:a="http://schemas.openxmlformats.org/drawingml/2006/main">
            <a:off x="5010150" y="2647950"/>
            <a:ext cx="3314700" cy="0"/>
          </a:xfrm>
          <a:prstGeom xmlns:a="http://schemas.openxmlformats.org/drawingml/2006/main" prst="line">
            <a:avLst/>
          </a:prstGeom>
          <a:noFill xmlns:a="http://schemas.openxmlformats.org/drawingml/2006/main"/>
          <a:ln xmlns:a="http://schemas.openxmlformats.org/drawingml/2006/main" w="9525">
            <a:solidFill>
              <a:srgbClr val="C7D0D8"/>
            </a:solidFill>
          </a:ln>
        </p:spPr>
      </p:sp>
      <p:sp>
        <p:nvSpPr>
          <p:cNvPr id="69" name="contract-label-1">
            <a:extLst xmlns:a="http://schemas.openxmlformats.org/drawingml/2006/main">
              <a:ext uri="{FF2B5EF4-FFF2-40B4-BE49-F238E27FC236}">
                <a16:creationId xmlns:a16="http://schemas.microsoft.com/office/drawing/2014/main" id="{F187B0FD-0DF5-4D46-AEF8-73F74440A084}"/>
              </a:ext>
            </a:extLst>
          </p:cNvPr>
          <p:cNvSpPr>
            <a:spLocks xmlns:a="http://schemas.openxmlformats.org/drawingml/2006/main" noGrp="1"/>
          </p:cNvSpPr>
          <p:nvPr/>
        </p:nvSpPr>
        <p:spPr>
          <a:xfrm xmlns:a="http://schemas.openxmlformats.org/drawingml/2006/main">
            <a:off x="5010150" y="2724150"/>
            <a:ext cx="1104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975" b="1">
                <a:solidFill>
                  <a:srgbClr val="074B82"/>
                </a:solidFill>
                <a:latin typeface="Arial"/>
                <a:ea typeface="Arial"/>
                <a:cs typeface="Arial"/>
              </a:defRPr>
            </a:pPr>
            <a:r>
              <a:rPr sz="975" b="1">
                <a:solidFill>
                  <a:srgbClr val="074B82"/>
                </a:solidFill>
                <a:latin typeface="Arial"/>
                <a:ea typeface="Arial"/>
                <a:cs typeface="Arial"/>
              </a:rPr>
              <a:t>Event time</a:t>
            </a:r>
          </a:p>
        </p:txBody>
      </p:sp>
      <p:sp>
        <p:nvSpPr>
          <p:cNvPr id="70" name="contract-value-1">
            <a:extLst xmlns:a="http://schemas.openxmlformats.org/drawingml/2006/main">
              <a:ext uri="{FF2B5EF4-FFF2-40B4-BE49-F238E27FC236}">
                <a16:creationId xmlns:a16="http://schemas.microsoft.com/office/drawing/2014/main" id="{8B7B1DDA-BD96-46C3-828F-986B15D44496}"/>
              </a:ext>
            </a:extLst>
          </p:cNvPr>
          <p:cNvSpPr>
            <a:spLocks xmlns:a="http://schemas.openxmlformats.org/drawingml/2006/main" noGrp="1"/>
          </p:cNvSpPr>
          <p:nvPr/>
        </p:nvSpPr>
        <p:spPr>
          <a:xfrm xmlns:a="http://schemas.openxmlformats.org/drawingml/2006/main">
            <a:off x="6153150" y="2724150"/>
            <a:ext cx="2171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975" b="0">
                <a:solidFill>
                  <a:srgbClr val="242424"/>
                </a:solidFill>
                <a:latin typeface="Arial"/>
                <a:ea typeface="Arial"/>
                <a:cs typeface="Arial"/>
              </a:defRPr>
            </a:pPr>
            <a:r>
              <a:rPr sz="975" b="0">
                <a:solidFill>
                  <a:srgbClr val="242424"/>
                </a:solidFill>
                <a:latin typeface="Arial"/>
                <a:ea typeface="Arial"/>
                <a:cs typeface="Arial"/>
              </a:rPr>
              <a:t>int64 microseconds</a:t>
            </a:r>
          </a:p>
        </p:txBody>
      </p:sp>
      <p:sp>
        <p:nvSpPr>
          <p:cNvPr id="71" name="contract-rule-2">
            <a:extLst xmlns:a="http://schemas.openxmlformats.org/drawingml/2006/main">
              <a:ext uri="{FF2B5EF4-FFF2-40B4-BE49-F238E27FC236}">
                <a16:creationId xmlns:a16="http://schemas.microsoft.com/office/drawing/2014/main" id="{C7C76468-700F-4575-BC16-FDBF0998ACB9}"/>
              </a:ext>
            </a:extLst>
          </p:cNvPr>
          <p:cNvSpPr>
            <a:spLocks xmlns:a="http://schemas.openxmlformats.org/drawingml/2006/main" noGrp="1"/>
          </p:cNvSpPr>
          <p:nvPr/>
        </p:nvSpPr>
        <p:spPr>
          <a:xfrm xmlns:a="http://schemas.openxmlformats.org/drawingml/2006/main">
            <a:off x="5010150" y="3162300"/>
            <a:ext cx="3314700" cy="0"/>
          </a:xfrm>
          <a:prstGeom xmlns:a="http://schemas.openxmlformats.org/drawingml/2006/main" prst="line">
            <a:avLst/>
          </a:prstGeom>
          <a:noFill xmlns:a="http://schemas.openxmlformats.org/drawingml/2006/main"/>
          <a:ln xmlns:a="http://schemas.openxmlformats.org/drawingml/2006/main" w="9525">
            <a:solidFill>
              <a:srgbClr val="C7D0D8"/>
            </a:solidFill>
          </a:ln>
        </p:spPr>
      </p:sp>
      <p:sp>
        <p:nvSpPr>
          <p:cNvPr id="72" name="contract-label-2">
            <a:extLst xmlns:a="http://schemas.openxmlformats.org/drawingml/2006/main">
              <a:ext uri="{FF2B5EF4-FFF2-40B4-BE49-F238E27FC236}">
                <a16:creationId xmlns:a16="http://schemas.microsoft.com/office/drawing/2014/main" id="{26786B09-7EDE-473B-A21F-B0CC1BD439F3}"/>
              </a:ext>
            </a:extLst>
          </p:cNvPr>
          <p:cNvSpPr>
            <a:spLocks xmlns:a="http://schemas.openxmlformats.org/drawingml/2006/main" noGrp="1"/>
          </p:cNvSpPr>
          <p:nvPr/>
        </p:nvSpPr>
        <p:spPr>
          <a:xfrm xmlns:a="http://schemas.openxmlformats.org/drawingml/2006/main">
            <a:off x="5010150" y="3238500"/>
            <a:ext cx="1104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975" b="1">
                <a:solidFill>
                  <a:srgbClr val="074B82"/>
                </a:solidFill>
                <a:latin typeface="Arial"/>
                <a:ea typeface="Arial"/>
                <a:cs typeface="Arial"/>
              </a:defRPr>
            </a:pPr>
            <a:r>
              <a:rPr sz="975" b="1">
                <a:solidFill>
                  <a:srgbClr val="074B82"/>
                </a:solidFill>
                <a:latin typeface="Arial"/>
                <a:ea typeface="Arial"/>
                <a:cs typeface="Arial"/>
              </a:rPr>
              <a:t>Coordinates</a:t>
            </a:r>
          </a:p>
        </p:txBody>
      </p:sp>
      <p:sp>
        <p:nvSpPr>
          <p:cNvPr id="73" name="contract-value-2">
            <a:extLst xmlns:a="http://schemas.openxmlformats.org/drawingml/2006/main">
              <a:ext uri="{FF2B5EF4-FFF2-40B4-BE49-F238E27FC236}">
                <a16:creationId xmlns:a16="http://schemas.microsoft.com/office/drawing/2014/main" id="{924CDD50-3690-4300-AE62-0DBCB14317D8}"/>
              </a:ext>
            </a:extLst>
          </p:cNvPr>
          <p:cNvSpPr>
            <a:spLocks xmlns:a="http://schemas.openxmlformats.org/drawingml/2006/main" noGrp="1"/>
          </p:cNvSpPr>
          <p:nvPr/>
        </p:nvSpPr>
        <p:spPr>
          <a:xfrm xmlns:a="http://schemas.openxmlformats.org/drawingml/2006/main">
            <a:off x="6153150" y="3238500"/>
            <a:ext cx="2171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975" b="0">
                <a:solidFill>
                  <a:srgbClr val="242424"/>
                </a:solidFill>
                <a:latin typeface="Arial"/>
                <a:ea typeface="Arial"/>
                <a:cs typeface="Arial"/>
              </a:defRPr>
            </a:pPr>
            <a:r>
              <a:rPr sz="975" b="0">
                <a:solidFill>
                  <a:srgbClr val="242424"/>
                </a:solidFill>
                <a:latin typeface="Arial"/>
                <a:ea typeface="Arial"/>
                <a:cs typeface="Arial"/>
              </a:rPr>
              <a:t>arrays [y,x], events (x,y)</a:t>
            </a:r>
          </a:p>
        </p:txBody>
      </p:sp>
      <p:sp>
        <p:nvSpPr>
          <p:cNvPr id="74" name="contract-rule-3">
            <a:extLst xmlns:a="http://schemas.openxmlformats.org/drawingml/2006/main">
              <a:ext uri="{FF2B5EF4-FFF2-40B4-BE49-F238E27FC236}">
                <a16:creationId xmlns:a16="http://schemas.microsoft.com/office/drawing/2014/main" id="{63EA3B2A-66AC-446A-A10A-C897B5E7208E}"/>
              </a:ext>
            </a:extLst>
          </p:cNvPr>
          <p:cNvSpPr>
            <a:spLocks xmlns:a="http://schemas.openxmlformats.org/drawingml/2006/main" noGrp="1"/>
          </p:cNvSpPr>
          <p:nvPr/>
        </p:nvSpPr>
        <p:spPr>
          <a:xfrm xmlns:a="http://schemas.openxmlformats.org/drawingml/2006/main">
            <a:off x="5010150" y="3676650"/>
            <a:ext cx="3314700" cy="0"/>
          </a:xfrm>
          <a:prstGeom xmlns:a="http://schemas.openxmlformats.org/drawingml/2006/main" prst="line">
            <a:avLst/>
          </a:prstGeom>
          <a:noFill xmlns:a="http://schemas.openxmlformats.org/drawingml/2006/main"/>
          <a:ln xmlns:a="http://schemas.openxmlformats.org/drawingml/2006/main" w="9525">
            <a:solidFill>
              <a:srgbClr val="C7D0D8"/>
            </a:solidFill>
          </a:ln>
        </p:spPr>
      </p:sp>
      <p:sp>
        <p:nvSpPr>
          <p:cNvPr id="75" name="contract-label-3">
            <a:extLst xmlns:a="http://schemas.openxmlformats.org/drawingml/2006/main">
              <a:ext uri="{FF2B5EF4-FFF2-40B4-BE49-F238E27FC236}">
                <a16:creationId xmlns:a16="http://schemas.microsoft.com/office/drawing/2014/main" id="{3651FE53-0F3C-4FE4-BC77-DA923DD9FEE0}"/>
              </a:ext>
            </a:extLst>
          </p:cNvPr>
          <p:cNvSpPr>
            <a:spLocks xmlns:a="http://schemas.openxmlformats.org/drawingml/2006/main" noGrp="1"/>
          </p:cNvSpPr>
          <p:nvPr/>
        </p:nvSpPr>
        <p:spPr>
          <a:xfrm xmlns:a="http://schemas.openxmlformats.org/drawingml/2006/main">
            <a:off x="5010150" y="3752850"/>
            <a:ext cx="1104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975" b="1">
                <a:solidFill>
                  <a:srgbClr val="074B82"/>
                </a:solidFill>
                <a:latin typeface="Arial"/>
                <a:ea typeface="Arial"/>
                <a:cs typeface="Arial"/>
              </a:defRPr>
            </a:pPr>
            <a:r>
              <a:rPr sz="975" b="1">
                <a:solidFill>
                  <a:srgbClr val="074B82"/>
                </a:solidFill>
                <a:latin typeface="Arial"/>
                <a:ea typeface="Arial"/>
                <a:cs typeface="Arial"/>
              </a:rPr>
              <a:t>Polarity</a:t>
            </a:r>
          </a:p>
        </p:txBody>
      </p:sp>
      <p:sp>
        <p:nvSpPr>
          <p:cNvPr id="76" name="contract-value-3">
            <a:extLst xmlns:a="http://schemas.openxmlformats.org/drawingml/2006/main">
              <a:ext uri="{FF2B5EF4-FFF2-40B4-BE49-F238E27FC236}">
                <a16:creationId xmlns:a16="http://schemas.microsoft.com/office/drawing/2014/main" id="{57D2614E-55C2-4B70-B3B5-1C884FFA204B}"/>
              </a:ext>
            </a:extLst>
          </p:cNvPr>
          <p:cNvSpPr>
            <a:spLocks xmlns:a="http://schemas.openxmlformats.org/drawingml/2006/main" noGrp="1"/>
          </p:cNvSpPr>
          <p:nvPr/>
        </p:nvSpPr>
        <p:spPr>
          <a:xfrm xmlns:a="http://schemas.openxmlformats.org/drawingml/2006/main">
            <a:off x="6153150" y="3752850"/>
            <a:ext cx="2171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975" b="0">
                <a:solidFill>
                  <a:srgbClr val="242424"/>
                </a:solidFill>
                <a:latin typeface="Arial"/>
                <a:ea typeface="Arial"/>
                <a:cs typeface="Arial"/>
              </a:defRPr>
            </a:pPr>
            <a:r>
              <a:rPr sz="975" b="0">
                <a:solidFill>
                  <a:srgbClr val="242424"/>
                </a:solidFill>
                <a:latin typeface="Arial"/>
                <a:ea typeface="Arial"/>
                <a:cs typeface="Arial"/>
              </a:rPr>
              <a:t>int8, exactly +1 or -1</a:t>
            </a:r>
          </a:p>
        </p:txBody>
      </p:sp>
      <p:sp>
        <p:nvSpPr>
          <p:cNvPr id="77" name="contract-rule-4">
            <a:extLst xmlns:a="http://schemas.openxmlformats.org/drawingml/2006/main">
              <a:ext uri="{FF2B5EF4-FFF2-40B4-BE49-F238E27FC236}">
                <a16:creationId xmlns:a16="http://schemas.microsoft.com/office/drawing/2014/main" id="{C1D9A485-4DD5-4B9E-A0CE-B85C8A310DCD}"/>
              </a:ext>
            </a:extLst>
          </p:cNvPr>
          <p:cNvSpPr>
            <a:spLocks xmlns:a="http://schemas.openxmlformats.org/drawingml/2006/main" noGrp="1"/>
          </p:cNvSpPr>
          <p:nvPr/>
        </p:nvSpPr>
        <p:spPr>
          <a:xfrm xmlns:a="http://schemas.openxmlformats.org/drawingml/2006/main">
            <a:off x="5010150" y="4191000"/>
            <a:ext cx="3314700" cy="0"/>
          </a:xfrm>
          <a:prstGeom xmlns:a="http://schemas.openxmlformats.org/drawingml/2006/main" prst="line">
            <a:avLst/>
          </a:prstGeom>
          <a:noFill xmlns:a="http://schemas.openxmlformats.org/drawingml/2006/main"/>
          <a:ln xmlns:a="http://schemas.openxmlformats.org/drawingml/2006/main" w="9525">
            <a:solidFill>
              <a:srgbClr val="C7D0D8"/>
            </a:solidFill>
          </a:ln>
        </p:spPr>
      </p:sp>
      <p:sp>
        <p:nvSpPr>
          <p:cNvPr id="78" name="contract-label-4">
            <a:extLst xmlns:a="http://schemas.openxmlformats.org/drawingml/2006/main">
              <a:ext uri="{FF2B5EF4-FFF2-40B4-BE49-F238E27FC236}">
                <a16:creationId xmlns:a16="http://schemas.microsoft.com/office/drawing/2014/main" id="{AAEA8E19-C4B8-4342-ADDF-54376E497F7A}"/>
              </a:ext>
            </a:extLst>
          </p:cNvPr>
          <p:cNvSpPr>
            <a:spLocks xmlns:a="http://schemas.openxmlformats.org/drawingml/2006/main" noGrp="1"/>
          </p:cNvSpPr>
          <p:nvPr/>
        </p:nvSpPr>
        <p:spPr>
          <a:xfrm xmlns:a="http://schemas.openxmlformats.org/drawingml/2006/main">
            <a:off x="5010150" y="4267200"/>
            <a:ext cx="1104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975" b="1">
                <a:solidFill>
                  <a:srgbClr val="074B82"/>
                </a:solidFill>
                <a:latin typeface="Arial"/>
                <a:ea typeface="Arial"/>
                <a:cs typeface="Arial"/>
              </a:defRPr>
            </a:pPr>
            <a:r>
              <a:rPr sz="975" b="1">
                <a:solidFill>
                  <a:srgbClr val="074B82"/>
                </a:solidFill>
                <a:latin typeface="Arial"/>
                <a:ea typeface="Arial"/>
                <a:cs typeface="Arial"/>
              </a:rPr>
              <a:t>Ordering</a:t>
            </a:r>
          </a:p>
        </p:txBody>
      </p:sp>
      <p:sp>
        <p:nvSpPr>
          <p:cNvPr id="79" name="contract-value-4">
            <a:extLst xmlns:a="http://schemas.openxmlformats.org/drawingml/2006/main">
              <a:ext uri="{FF2B5EF4-FFF2-40B4-BE49-F238E27FC236}">
                <a16:creationId xmlns:a16="http://schemas.microsoft.com/office/drawing/2014/main" id="{E5934BA7-B7A6-4671-A210-8E33278D1B5B}"/>
              </a:ext>
            </a:extLst>
          </p:cNvPr>
          <p:cNvSpPr>
            <a:spLocks xmlns:a="http://schemas.openxmlformats.org/drawingml/2006/main" noGrp="1"/>
          </p:cNvSpPr>
          <p:nvPr/>
        </p:nvSpPr>
        <p:spPr>
          <a:xfrm xmlns:a="http://schemas.openxmlformats.org/drawingml/2006/main">
            <a:off x="6153150" y="4267200"/>
            <a:ext cx="2171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975" b="0">
                <a:solidFill>
                  <a:srgbClr val="242424"/>
                </a:solidFill>
                <a:latin typeface="Arial"/>
                <a:ea typeface="Arial"/>
                <a:cs typeface="Arial"/>
              </a:defRPr>
            </a:pPr>
            <a:r>
              <a:rPr sz="975" b="0">
                <a:solidFill>
                  <a:srgbClr val="242424"/>
                </a:solidFill>
                <a:latin typeface="Arial"/>
                <a:ea typeface="Arial"/>
                <a:cs typeface="Arial"/>
              </a:rPr>
              <a:t>deterministic (t,y,x,p)</a:t>
            </a:r>
          </a:p>
        </p:txBody>
      </p:sp>
      <p:sp>
        <p:nvSpPr>
          <p:cNvPr id="80" name="contract-rule-5">
            <a:extLst xmlns:a="http://schemas.openxmlformats.org/drawingml/2006/main">
              <a:ext uri="{FF2B5EF4-FFF2-40B4-BE49-F238E27FC236}">
                <a16:creationId xmlns:a16="http://schemas.microsoft.com/office/drawing/2014/main" id="{FA15E51C-68D3-4DD7-922F-6BC2014AAE94}"/>
              </a:ext>
            </a:extLst>
          </p:cNvPr>
          <p:cNvSpPr>
            <a:spLocks xmlns:a="http://schemas.openxmlformats.org/drawingml/2006/main" noGrp="1"/>
          </p:cNvSpPr>
          <p:nvPr/>
        </p:nvSpPr>
        <p:spPr>
          <a:xfrm xmlns:a="http://schemas.openxmlformats.org/drawingml/2006/main">
            <a:off x="5010150" y="4705350"/>
            <a:ext cx="3314700" cy="0"/>
          </a:xfrm>
          <a:prstGeom xmlns:a="http://schemas.openxmlformats.org/drawingml/2006/main" prst="line">
            <a:avLst/>
          </a:prstGeom>
          <a:noFill xmlns:a="http://schemas.openxmlformats.org/drawingml/2006/main"/>
          <a:ln xmlns:a="http://schemas.openxmlformats.org/drawingml/2006/main" w="9525">
            <a:solidFill>
              <a:srgbClr val="C7D0D8"/>
            </a:solidFill>
          </a:ln>
        </p:spPr>
      </p:sp>
      <p:sp>
        <p:nvSpPr>
          <p:cNvPr id="81" name="contract-label-5">
            <a:extLst xmlns:a="http://schemas.openxmlformats.org/drawingml/2006/main">
              <a:ext uri="{FF2B5EF4-FFF2-40B4-BE49-F238E27FC236}">
                <a16:creationId xmlns:a16="http://schemas.microsoft.com/office/drawing/2014/main" id="{26F2CC7E-6A20-4E4A-BED8-75A3485A0522}"/>
              </a:ext>
            </a:extLst>
          </p:cNvPr>
          <p:cNvSpPr>
            <a:spLocks xmlns:a="http://schemas.openxmlformats.org/drawingml/2006/main" noGrp="1"/>
          </p:cNvSpPr>
          <p:nvPr/>
        </p:nvSpPr>
        <p:spPr>
          <a:xfrm xmlns:a="http://schemas.openxmlformats.org/drawingml/2006/main">
            <a:off x="5010150" y="4781550"/>
            <a:ext cx="1104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975" b="1">
                <a:solidFill>
                  <a:srgbClr val="074B82"/>
                </a:solidFill>
                <a:latin typeface="Arial"/>
                <a:ea typeface="Arial"/>
                <a:cs typeface="Arial"/>
              </a:defRPr>
            </a:pPr>
            <a:r>
              <a:rPr sz="975" b="1">
                <a:solidFill>
                  <a:srgbClr val="074B82"/>
                </a:solidFill>
                <a:latin typeface="Arial"/>
                <a:ea typeface="Arial"/>
                <a:cs typeface="Arial"/>
              </a:rPr>
              <a:t>Persistence</a:t>
            </a:r>
          </a:p>
        </p:txBody>
      </p:sp>
      <p:sp>
        <p:nvSpPr>
          <p:cNvPr id="82" name="contract-value-5">
            <a:extLst xmlns:a="http://schemas.openxmlformats.org/drawingml/2006/main">
              <a:ext uri="{FF2B5EF4-FFF2-40B4-BE49-F238E27FC236}">
                <a16:creationId xmlns:a16="http://schemas.microsoft.com/office/drawing/2014/main" id="{166E6B6A-500A-4F53-B44E-0D6B480C57B6}"/>
              </a:ext>
            </a:extLst>
          </p:cNvPr>
          <p:cNvSpPr>
            <a:spLocks xmlns:a="http://schemas.openxmlformats.org/drawingml/2006/main" noGrp="1"/>
          </p:cNvSpPr>
          <p:nvPr/>
        </p:nvSpPr>
        <p:spPr>
          <a:xfrm xmlns:a="http://schemas.openxmlformats.org/drawingml/2006/main">
            <a:off x="6153150" y="4781550"/>
            <a:ext cx="2171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975" b="0">
                <a:solidFill>
                  <a:srgbClr val="242424"/>
                </a:solidFill>
                <a:latin typeface="Arial"/>
                <a:ea typeface="Arial"/>
                <a:cs typeface="Arial"/>
              </a:defRPr>
            </a:pPr>
            <a:r>
              <a:rPr sz="975" b="0">
                <a:solidFill>
                  <a:srgbClr val="242424"/>
                </a:solidFill>
                <a:latin typeface="Arial"/>
                <a:ea typeface="Arial"/>
                <a:cs typeface="Arial"/>
              </a:rPr>
              <a:t>validated NPZ and CSV</a:t>
            </a:r>
          </a:p>
        </p:txBody>
      </p:sp>
      <p:sp>
        <p:nvSpPr>
          <p:cNvPr id="83" name="cli-command">
            <a:extLst xmlns:a="http://schemas.openxmlformats.org/drawingml/2006/main">
              <a:ext uri="{FF2B5EF4-FFF2-40B4-BE49-F238E27FC236}">
                <a16:creationId xmlns:a16="http://schemas.microsoft.com/office/drawing/2014/main" id="{93C71662-58E8-4C94-8284-1E2F6FAD42E5}"/>
              </a:ext>
            </a:extLst>
          </p:cNvPr>
          <p:cNvSpPr>
            <a:spLocks xmlns:a="http://schemas.openxmlformats.org/drawingml/2006/main" noGrp="1"/>
          </p:cNvSpPr>
          <p:nvPr/>
        </p:nvSpPr>
        <p:spPr>
          <a:xfrm xmlns:a="http://schemas.openxmlformats.org/drawingml/2006/main">
            <a:off x="1352550" y="6019800"/>
            <a:ext cx="6438900" cy="323850"/>
          </a:xfrm>
          <a:prstGeom xmlns:a="http://schemas.openxmlformats.org/drawingml/2006/main" prst="rect">
            <a:avLst/>
          </a:prstGeom>
          <a:solidFill xmlns:a="http://schemas.openxmlformats.org/drawingml/2006/main">
            <a:srgbClr val="EEF5FA"/>
          </a:solidFill>
          <a:ln xmlns:a="http://schemas.openxmlformats.org/drawingml/2006/main" w="9525">
            <a:solidFill>
              <a:srgbClr val="1670C1"/>
            </a:solidFill>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ctr">
              <a:buNone/>
              <a:defRPr sz="1050" b="1">
                <a:solidFill>
                  <a:srgbClr val="074B82"/>
                </a:solidFill>
                <a:latin typeface="Arial"/>
                <a:ea typeface="Arial"/>
                <a:cs typeface="Arial"/>
              </a:defRPr>
            </a:pPr>
            <a:r>
              <a:rPr sz="1050" b="1">
                <a:solidFill>
                  <a:srgbClr val="074B82"/>
                </a:solidFill>
                <a:latin typeface="Arial"/>
                <a:ea typeface="Arial"/>
                <a:cs typeface="Arial"/>
              </a:rPr>
              <a:t>event-sim simulate --input VIDEO --config YAML --events EVENTS.npz</a:t>
            </a:r>
          </a:p>
        </p:txBody>
      </p:sp>
    </p:spTree>
    <p:extLst>
      <p:ext uri="{BB962C8B-B14F-4D97-AF65-F5344CB8AC3E}">
        <p14:creationId xmlns:p14="http://schemas.microsoft.com/office/powerpoint/2010/main" val="137932473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7" name="title-band">
            <a:extLst xmlns:a="http://schemas.openxmlformats.org/drawingml/2006/main">
              <a:ext uri="{FF2B5EF4-FFF2-40B4-BE49-F238E27FC236}">
                <a16:creationId xmlns:a16="http://schemas.microsoft.com/office/drawing/2014/main" id="{CD8204EC-9A12-419B-83C8-A381783AC3C0}"/>
              </a:ext>
            </a:extLst>
          </p:cNvPr>
          <p:cNvSpPr>
            <a:spLocks xmlns:a="http://schemas.openxmlformats.org/drawingml/2006/main" noGrp="1"/>
          </p:cNvSpPr>
          <p:nvPr/>
        </p:nvSpPr>
        <p:spPr>
          <a:xfrm xmlns:a="http://schemas.openxmlformats.org/drawingml/2006/main">
            <a:off x="0" y="0"/>
            <a:ext cx="9144000" cy="838200"/>
          </a:xfrm>
          <a:prstGeom xmlns:a="http://schemas.openxmlformats.org/drawingml/2006/main" prst="rect">
            <a:avLst/>
          </a:prstGeom>
          <a:solidFill xmlns:a="http://schemas.openxmlformats.org/drawingml/2006/main">
            <a:srgbClr val="F0F0F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矩形 1">
            <a:extLst xmlns:a="http://schemas.openxmlformats.org/drawingml/2006/main">
              <a:ext uri="{FF2B5EF4-FFF2-40B4-BE49-F238E27FC236}">
                <a16:creationId xmlns:a16="http://schemas.microsoft.com/office/drawing/2014/main" id="{EDCF4857-78BB-4F75-982A-00D0E2AA8941}"/>
              </a:ext>
            </a:extLst>
          </p:cNvPr>
          <p:cNvSpPr>
            <a:spLocks xmlns:a="http://schemas.openxmlformats.org/drawingml/2006/main" noGrp="1"/>
          </p:cNvSpPr>
          <p:nvPr/>
        </p:nvSpPr>
        <p:spPr>
          <a:xfrm xmlns:a="http://schemas.openxmlformats.org/drawingml/2006/main">
            <a:off x="361950" y="219075"/>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350" b="1" i="0">
                <a:solidFill>
                  <a:srgbClr val="074B82"/>
                </a:solidFill>
                <a:latin typeface="Arial"/>
                <a:ea typeface="Arial"/>
                <a:cs typeface="Arial"/>
              </a:defRPr>
            </a:pPr>
            <a:r>
              <a:rPr sz="1350" b="1" i="0">
                <a:solidFill>
                  <a:srgbClr val="074B82"/>
                </a:solidFill>
                <a:latin typeface="Arial"/>
                <a:ea typeface="Arial"/>
                <a:cs typeface="Arial"/>
              </a:rPr>
              <a:t>EE5110 / EE6110</a:t>
            </a:r>
            <a:endParaRPr sz="1350" b="1" i="0">
              <a:solidFill>
                <a:srgbClr val="074B82"/>
              </a:solidFill>
              <a:latin typeface="Arial"/>
              <a:ea typeface="Arial"/>
              <a:cs typeface="Arial"/>
            </a:endParaRPr>
          </a:p>
        </p:txBody>
      </p:sp>
      <p:sp>
        <p:nvSpPr>
          <p:cNvPr id="3" name="矩形 2">
            <a:extLst xmlns:a="http://schemas.openxmlformats.org/drawingml/2006/main">
              <a:ext uri="{FF2B5EF4-FFF2-40B4-BE49-F238E27FC236}">
                <a16:creationId xmlns:a16="http://schemas.microsoft.com/office/drawing/2014/main" id="{DE39C6A8-8B73-42B1-8ACC-C1ACFA7653D0}"/>
              </a:ext>
            </a:extLst>
          </p:cNvPr>
          <p:cNvSpPr>
            <a:spLocks xmlns:a="http://schemas.openxmlformats.org/drawingml/2006/main" noGrp="1"/>
          </p:cNvSpPr>
          <p:nvPr/>
        </p:nvSpPr>
        <p:spPr>
          <a:xfrm xmlns:a="http://schemas.openxmlformats.org/drawingml/2006/main">
            <a:off x="3162300" y="18859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1" i="0">
                <a:solidFill>
                  <a:srgbClr val="C8180A"/>
                </a:solidFill>
                <a:latin typeface="Arial"/>
                <a:ea typeface="Arial"/>
                <a:cs typeface="Arial"/>
              </a:defRPr>
            </a:pPr>
            <a:r>
              <a:rPr sz="1425" b="1" i="0">
                <a:solidFill>
                  <a:srgbClr val="C8180A"/>
                </a:solidFill>
                <a:latin typeface="Arial"/>
                <a:ea typeface="Arial"/>
                <a:cs typeface="Arial"/>
              </a:rPr>
              <a:t>SECTION 0</a:t>
            </a:r>
            <a:r>
              <a:rPr sz="1425" b="1" i="0">
                <a:solidFill>
                  <a:srgbClr val="C8180A"/>
                </a:solidFill>
                <a:latin typeface="Arial"/>
                <a:ea typeface="Arial"/>
                <a:cs typeface="Arial"/>
              </a:rPr>
              <a:t>4</a:t>
            </a:r>
            <a:endParaRPr sz="1425" b="1" i="0">
              <a:solidFill>
                <a:srgbClr val="C8180A"/>
              </a:solidFill>
              <a:latin typeface="Arial"/>
              <a:ea typeface="Arial"/>
              <a:cs typeface="Arial"/>
            </a:endParaRPr>
          </a:p>
        </p:txBody>
      </p:sp>
      <p:sp>
        <p:nvSpPr>
          <p:cNvPr id="4" name="矩形 3">
            <a:extLst xmlns:a="http://schemas.openxmlformats.org/drawingml/2006/main">
              <a:ext uri="{FF2B5EF4-FFF2-40B4-BE49-F238E27FC236}">
                <a16:creationId xmlns:a16="http://schemas.microsoft.com/office/drawing/2014/main" id="{70288B16-CC5A-4CC0-953F-91D0C7654566}"/>
              </a:ext>
            </a:extLst>
          </p:cNvPr>
          <p:cNvSpPr>
            <a:spLocks xmlns:a="http://schemas.openxmlformats.org/drawingml/2006/main" noGrp="1"/>
          </p:cNvSpPr>
          <p:nvPr/>
        </p:nvSpPr>
        <p:spPr>
          <a:xfrm xmlns:a="http://schemas.openxmlformats.org/drawingml/2006/main">
            <a:off x="571500" y="1428750"/>
            <a:ext cx="2286000" cy="2143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9300" b="1" i="0">
                <a:solidFill>
                  <a:srgbClr val="DCE9F3"/>
                </a:solidFill>
                <a:latin typeface="Arial"/>
                <a:ea typeface="Arial"/>
                <a:cs typeface="Arial"/>
              </a:defRPr>
            </a:pPr>
            <a:r>
              <a:rPr sz="9300" b="1" i="0">
                <a:solidFill>
                  <a:srgbClr val="DCE9F3"/>
                </a:solidFill>
                <a:latin typeface="Arial"/>
                <a:ea typeface="Arial"/>
                <a:cs typeface="Arial"/>
              </a:rPr>
              <a:t>0</a:t>
            </a:r>
            <a:r>
              <a:rPr sz="9300" b="1">
                <a:solidFill>
                  <a:srgbClr val="DCE9F3"/>
                </a:solidFill>
                <a:latin typeface="Arial"/>
                <a:ea typeface="Arial"/>
                <a:cs typeface="Arial"/>
              </a:rPr>
              <a:t>4</a:t>
            </a:r>
            <a:endParaRPr sz="9300" b="1" i="0">
              <a:solidFill>
                <a:srgbClr val="DCE9F3"/>
              </a:solidFill>
              <a:latin typeface="Arial"/>
              <a:ea typeface="Arial"/>
              <a:cs typeface="Arial"/>
            </a:endParaRPr>
          </a:p>
        </p:txBody>
      </p:sp>
      <p:sp>
        <p:nvSpPr>
          <p:cNvPr id="5" name="矩形 4">
            <a:extLst xmlns:a="http://schemas.openxmlformats.org/drawingml/2006/main">
              <a:ext uri="{FF2B5EF4-FFF2-40B4-BE49-F238E27FC236}">
                <a16:creationId xmlns:a16="http://schemas.microsoft.com/office/drawing/2014/main" id="{322C69B8-360A-4A54-B84B-CC748EEEA111}"/>
              </a:ext>
            </a:extLst>
          </p:cNvPr>
          <p:cNvSpPr>
            <a:spLocks xmlns:a="http://schemas.openxmlformats.org/drawingml/2006/main" noGrp="1"/>
          </p:cNvSpPr>
          <p:nvPr/>
        </p:nvSpPr>
        <p:spPr>
          <a:xfrm xmlns:a="http://schemas.openxmlformats.org/drawingml/2006/main">
            <a:off x="3124200" y="2305050"/>
            <a:ext cx="5334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buNone/>
              <a:defRPr sz="1800" b="1" i="0">
                <a:solidFill>
                  <a:srgbClr val="074B82"/>
                </a:solidFill>
                <a:latin typeface="Arial"/>
                <a:ea typeface="Arial"/>
                <a:cs typeface="Arial"/>
              </a:defRPr>
            </a:pPr>
            <a:r>
              <a:rPr sz="4000" b="1">
                <a:solidFill>
                  <a:srgbClr val="074B82"/>
                </a:solidFill>
                <a:latin typeface="Arial"/>
                <a:ea typeface="Arial"/>
                <a:cs typeface="Arial"/>
              </a:rPr>
              <a:t>Visualization</a:t>
            </a:r>
            <a:endParaRPr sz="4000" b="1">
              <a:solidFill>
                <a:srgbClr val="074B82"/>
              </a:solidFill>
              <a:latin typeface="Arial"/>
              <a:ea typeface="Arial"/>
              <a:cs typeface="Arial"/>
            </a:endParaRPr>
          </a:p>
        </p:txBody>
      </p:sp>
      <p:sp>
        <p:nvSpPr>
          <p:cNvPr id="6" name="section-accent">
            <a:extLst xmlns:a="http://schemas.openxmlformats.org/drawingml/2006/main">
              <a:ext uri="{FF2B5EF4-FFF2-40B4-BE49-F238E27FC236}">
                <a16:creationId xmlns:a16="http://schemas.microsoft.com/office/drawing/2014/main" id="{FED381C8-B5CC-4BB2-8266-C02DF9F03C5D}"/>
              </a:ext>
            </a:extLst>
          </p:cNvPr>
          <p:cNvSpPr>
            <a:spLocks xmlns:a="http://schemas.openxmlformats.org/drawingml/2006/main" noGrp="1"/>
          </p:cNvSpPr>
          <p:nvPr/>
        </p:nvSpPr>
        <p:spPr>
          <a:xfrm xmlns:a="http://schemas.openxmlformats.org/drawingml/2006/main">
            <a:off x="3171825" y="3286125"/>
            <a:ext cx="3143250" cy="47625"/>
          </a:xfrm>
          <a:prstGeom xmlns:a="http://schemas.openxmlformats.org/drawingml/2006/main" prst="rect">
            <a:avLst/>
          </a:prstGeom>
          <a:solidFill xmlns:a="http://schemas.openxmlformats.org/drawingml/2006/main">
            <a:srgbClr val="C8180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矩形 6">
            <a:extLst xmlns:a="http://schemas.openxmlformats.org/drawingml/2006/main">
              <a:ext uri="{FF2B5EF4-FFF2-40B4-BE49-F238E27FC236}">
                <a16:creationId xmlns:a16="http://schemas.microsoft.com/office/drawing/2014/main" id="{B9F2623B-1CF4-4E6B-9B8C-D898C16CB5EF}"/>
              </a:ext>
            </a:extLst>
          </p:cNvPr>
          <p:cNvSpPr>
            <a:spLocks xmlns:a="http://schemas.openxmlformats.org/drawingml/2006/main" noGrp="1"/>
          </p:cNvSpPr>
          <p:nvPr/>
        </p:nvSpPr>
        <p:spPr>
          <a:xfrm xmlns:a="http://schemas.openxmlformats.org/drawingml/2006/main">
            <a:off x="3143250" y="3562350"/>
            <a:ext cx="4953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buNone/>
              <a:defRPr sz="1725" b="0" i="0">
                <a:solidFill>
                  <a:srgbClr val="555555"/>
                </a:solidFill>
                <a:latin typeface="Arial"/>
                <a:ea typeface="Arial"/>
                <a:cs typeface="Arial"/>
              </a:defRPr>
            </a:pPr>
            <a:r>
              <a:rPr sz="1725">
                <a:solidFill>
                  <a:srgbClr val="555555"/>
                </a:solidFill>
                <a:latin typeface="Arial"/>
                <a:ea typeface="Arial"/>
                <a:cs typeface="Arial"/>
              </a:rPr>
              <a:t>Event accumulation and illustrative output</a:t>
            </a:r>
            <a:endParaRPr sz="1725">
              <a:solidFill>
                <a:srgbClr val="555555"/>
              </a:solidFill>
              <a:latin typeface="Arial"/>
              <a:ea typeface="Arial"/>
              <a:cs typeface="Arial"/>
            </a:endParaRPr>
          </a:p>
        </p:txBody>
      </p:sp>
      <p:sp>
        <p:nvSpPr>
          <p:cNvPr id="8" name="矩形 7">
            <a:extLst xmlns:a="http://schemas.openxmlformats.org/drawingml/2006/main">
              <a:ext uri="{FF2B5EF4-FFF2-40B4-BE49-F238E27FC236}">
                <a16:creationId xmlns:a16="http://schemas.microsoft.com/office/drawing/2014/main" id="{2FB0179F-C64C-4384-AC3A-11E3B646F5AB}"/>
              </a:ext>
            </a:extLst>
          </p:cNvPr>
          <p:cNvSpPr>
            <a:spLocks xmlns:a="http://schemas.openxmlformats.org/drawingml/2006/main" noGrp="1"/>
          </p:cNvSpPr>
          <p:nvPr/>
        </p:nvSpPr>
        <p:spPr>
          <a:xfrm xmlns:a="http://schemas.openxmlformats.org/drawingml/2006/main">
            <a:off x="3162300" y="5067300"/>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200" b="1" i="0">
                <a:solidFill>
                  <a:srgbClr val="1670C1"/>
                </a:solidFill>
                <a:latin typeface="Arial"/>
                <a:ea typeface="Arial"/>
                <a:cs typeface="Arial"/>
              </a:defRPr>
            </a:pPr>
            <a:r>
              <a:rPr sz="1200" b="1" i="0">
                <a:solidFill>
                  <a:srgbClr val="1670C1"/>
                </a:solidFill>
                <a:latin typeface="Arial"/>
                <a:ea typeface="Arial"/>
                <a:cs typeface="Arial"/>
              </a:rPr>
              <a:t>EVENT CAMERA SIMULATOR</a:t>
            </a:r>
            <a:endParaRPr sz="1200" b="1" i="0">
              <a:solidFill>
                <a:srgbClr val="1670C1"/>
              </a:solidFill>
              <a:latin typeface="Arial"/>
              <a:ea typeface="Arial"/>
              <a:cs typeface="Arial"/>
            </a:endParaRPr>
          </a:p>
        </p:txBody>
      </p:sp>
      <p:sp>
        <p:nvSpPr>
          <p:cNvPr id="9" name="footer-left">
            <a:extLst xmlns:a="http://schemas.openxmlformats.org/drawingml/2006/main">
              <a:ext uri="{FF2B5EF4-FFF2-40B4-BE49-F238E27FC236}">
                <a16:creationId xmlns:a16="http://schemas.microsoft.com/office/drawing/2014/main" id="{9A2D5B8F-969E-4F7E-A46B-77AEBFEE46BB}"/>
              </a:ext>
            </a:extLst>
          </p:cNvPr>
          <p:cNvSpPr>
            <a:spLocks xmlns:a="http://schemas.openxmlformats.org/drawingml/2006/main" noGrp="1"/>
          </p:cNvSpPr>
          <p:nvPr/>
        </p:nvSpPr>
        <p:spPr>
          <a:xfrm xmlns:a="http://schemas.openxmlformats.org/drawingml/2006/main">
            <a:off x="0" y="6629400"/>
            <a:ext cx="3048000" cy="228600"/>
          </a:xfrm>
          <a:prstGeom xmlns:a="http://schemas.openxmlformats.org/drawingml/2006/main" prst="rect">
            <a:avLst/>
          </a:prstGeom>
          <a:solidFill xmlns:a="http://schemas.openxmlformats.org/drawingml/2006/main">
            <a:srgbClr val="C4C5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0" name="footer-center">
            <a:extLst xmlns:a="http://schemas.openxmlformats.org/drawingml/2006/main">
              <a:ext uri="{FF2B5EF4-FFF2-40B4-BE49-F238E27FC236}">
                <a16:creationId xmlns:a16="http://schemas.microsoft.com/office/drawing/2014/main" id="{D456F5B3-770A-45D2-83E9-C356D7696BE2}"/>
              </a:ext>
            </a:extLst>
          </p:cNvPr>
          <p:cNvSpPr>
            <a:spLocks xmlns:a="http://schemas.openxmlformats.org/drawingml/2006/main" noGrp="1"/>
          </p:cNvSpPr>
          <p:nvPr/>
        </p:nvSpPr>
        <p:spPr>
          <a:xfrm xmlns:a="http://schemas.openxmlformats.org/drawingml/2006/main">
            <a:off x="3048000" y="6629400"/>
            <a:ext cx="3048000" cy="228600"/>
          </a:xfrm>
          <a:prstGeom xmlns:a="http://schemas.openxmlformats.org/drawingml/2006/main" prst="rect">
            <a:avLst/>
          </a:prstGeom>
          <a:solidFill xmlns:a="http://schemas.openxmlformats.org/drawingml/2006/main">
            <a:srgbClr val="B8BBD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1" name="footer-right">
            <a:extLst xmlns:a="http://schemas.openxmlformats.org/drawingml/2006/main">
              <a:ext uri="{FF2B5EF4-FFF2-40B4-BE49-F238E27FC236}">
                <a16:creationId xmlns:a16="http://schemas.microsoft.com/office/drawing/2014/main" id="{D419A830-8845-429D-9F6F-8B291382F60B}"/>
              </a:ext>
            </a:extLst>
          </p:cNvPr>
          <p:cNvSpPr>
            <a:spLocks xmlns:a="http://schemas.openxmlformats.org/drawingml/2006/main" noGrp="1"/>
          </p:cNvSpPr>
          <p:nvPr/>
        </p:nvSpPr>
        <p:spPr>
          <a:xfrm xmlns:a="http://schemas.openxmlformats.org/drawingml/2006/main">
            <a:off x="6096000" y="6629400"/>
            <a:ext cx="2476500" cy="228600"/>
          </a:xfrm>
          <a:prstGeom xmlns:a="http://schemas.openxmlformats.org/drawingml/2006/main" prst="rect">
            <a:avLst/>
          </a:prstGeom>
          <a:solidFill xmlns:a="http://schemas.openxmlformats.org/drawingml/2006/main">
            <a:srgbClr val="C4C5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2" name="footer-page">
            <a:extLst xmlns:a="http://schemas.openxmlformats.org/drawingml/2006/main">
              <a:ext uri="{FF2B5EF4-FFF2-40B4-BE49-F238E27FC236}">
                <a16:creationId xmlns:a16="http://schemas.microsoft.com/office/drawing/2014/main" id="{8F4BFBB7-F193-4CB5-82BF-9DDFC3DA8C77}"/>
              </a:ext>
            </a:extLst>
          </p:cNvPr>
          <p:cNvSpPr>
            <a:spLocks xmlns:a="http://schemas.openxmlformats.org/drawingml/2006/main" noGrp="1"/>
          </p:cNvSpPr>
          <p:nvPr/>
        </p:nvSpPr>
        <p:spPr>
          <a:xfrm xmlns:a="http://schemas.openxmlformats.org/drawingml/2006/main">
            <a:off x="8572500" y="6629400"/>
            <a:ext cx="571500" cy="228600"/>
          </a:xfrm>
          <a:prstGeom xmlns:a="http://schemas.openxmlformats.org/drawingml/2006/main" prst="rect">
            <a:avLst/>
          </a:prstGeom>
          <a:solidFill xmlns:a="http://schemas.openxmlformats.org/drawingml/2006/main">
            <a:srgbClr val="B8BBD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4" name="矩形 13">
            <a:extLst xmlns:a="http://schemas.openxmlformats.org/drawingml/2006/main">
              <a:ext uri="{FF2B5EF4-FFF2-40B4-BE49-F238E27FC236}">
                <a16:creationId xmlns:a16="http://schemas.microsoft.com/office/drawing/2014/main" id="{55A543AC-531A-43E0-925F-F7308DBF5786}"/>
              </a:ext>
            </a:extLst>
          </p:cNvPr>
          <p:cNvSpPr>
            <a:spLocks xmlns:a="http://schemas.openxmlformats.org/drawingml/2006/main" noGrp="1"/>
          </p:cNvSpPr>
          <p:nvPr/>
        </p:nvSpPr>
        <p:spPr>
          <a:xfrm xmlns:a="http://schemas.openxmlformats.org/drawingml/2006/main">
            <a:off x="3810000" y="66294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EE5110/EE6110</a:t>
            </a:r>
            <a:endParaRPr sz="1050" b="0" i="0">
              <a:solidFill>
                <a:srgbClr val="242424"/>
              </a:solidFill>
              <a:latin typeface="Arial"/>
              <a:ea typeface="Arial"/>
              <a:cs typeface="Arial"/>
            </a:endParaRPr>
          </a:p>
        </p:txBody>
      </p:sp>
      <p:sp>
        <p:nvSpPr>
          <p:cNvPr id="15" name="矩形 14">
            <a:extLst xmlns:a="http://schemas.openxmlformats.org/drawingml/2006/main">
              <a:ext uri="{FF2B5EF4-FFF2-40B4-BE49-F238E27FC236}">
                <a16:creationId xmlns:a16="http://schemas.microsoft.com/office/drawing/2014/main" id="{79ECE42A-F5B5-46D6-8CD7-8C4D165033CA}"/>
              </a:ext>
            </a:extLst>
          </p:cNvPr>
          <p:cNvSpPr>
            <a:spLocks xmlns:a="http://schemas.openxmlformats.org/drawingml/2006/main" noGrp="1"/>
          </p:cNvSpPr>
          <p:nvPr/>
        </p:nvSpPr>
        <p:spPr>
          <a:xfrm xmlns:a="http://schemas.openxmlformats.org/drawingml/2006/main">
            <a:off x="6572250" y="66294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975" b="0" i="0">
                <a:solidFill>
                  <a:srgbClr val="242424"/>
                </a:solidFill>
                <a:latin typeface="Arial"/>
                <a:ea typeface="Arial"/>
                <a:cs typeface="Arial"/>
              </a:defRPr>
            </a:pPr>
            <a:r>
              <a:rPr sz="975" b="0" i="0">
                <a:solidFill>
                  <a:srgbClr val="242424"/>
                </a:solidFill>
                <a:latin typeface="Arial"/>
                <a:ea typeface="Arial"/>
                <a:cs typeface="Arial"/>
              </a:rPr>
              <a:t>Event Camera Simulator</a:t>
            </a:r>
            <a:endParaRPr sz="975" b="0" i="0">
              <a:solidFill>
                <a:srgbClr val="242424"/>
              </a:solidFill>
              <a:latin typeface="Arial"/>
              <a:ea typeface="Arial"/>
              <a:cs typeface="Arial"/>
            </a:endParaRPr>
          </a:p>
        </p:txBody>
      </p:sp>
      <p:sp>
        <p:nvSpPr>
          <p:cNvPr id="16" name="page-number">
            <a:extLst xmlns:a="http://schemas.openxmlformats.org/drawingml/2006/main">
              <a:ext uri="{FF2B5EF4-FFF2-40B4-BE49-F238E27FC236}">
                <a16:creationId xmlns:a16="http://schemas.microsoft.com/office/drawing/2014/main" id="{BE8144C1-967D-4A90-BD19-2DC558EEFB62}"/>
              </a:ext>
            </a:extLst>
          </p:cNvPr>
          <p:cNvSpPr>
            <a:spLocks xmlns:a="http://schemas.openxmlformats.org/drawingml/2006/main" noGrp="1"/>
          </p:cNvSpPr>
          <p:nvPr/>
        </p:nvSpPr>
        <p:spPr>
          <a:xfrm xmlns:a="http://schemas.openxmlformats.org/drawingml/2006/main">
            <a:off x="8677275" y="66294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a:solidFill>
                  <a:srgbClr val="242424"/>
                </a:solidFill>
                <a:latin typeface="Arial"/>
                <a:ea typeface="Arial"/>
                <a:cs typeface="Arial"/>
              </a:rPr>
              <a:t>12</a:t>
            </a:r>
            <a:endParaRPr sz="1050" b="0" i="0">
              <a:solidFill>
                <a:srgbClr val="242424"/>
              </a:solidFill>
              <a:latin typeface="Arial"/>
              <a:ea typeface="Arial"/>
              <a:cs typeface="Arial"/>
            </a:endParaRPr>
          </a:p>
        </p:txBody>
      </p:sp>
      <p:sp>
        <p:nvSpPr>
          <p:cNvPr id="18" name="矩形 17">
            <a:extLst xmlns:a="http://schemas.openxmlformats.org/drawingml/2006/main">
              <a:ext uri="{FF2B5EF4-FFF2-40B4-BE49-F238E27FC236}">
                <a16:creationId xmlns:a16="http://schemas.microsoft.com/office/drawing/2014/main" id="{27F1FF0E-9023-4507-90B3-95C6AEF7A5A4}"/>
              </a:ext>
            </a:extLst>
          </p:cNvPr>
          <p:cNvSpPr>
            <a:spLocks xmlns:a="http://schemas.openxmlformats.org/drawingml/2006/main" noGrp="1"/>
          </p:cNvSpPr>
          <p:nvPr/>
        </p:nvSpPr>
        <p:spPr>
          <a:xfrm xmlns:a="http://schemas.openxmlformats.org/drawingml/2006/main">
            <a:off x="904875" y="66294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Group</a:t>
            </a:r>
            <a:r>
              <a:rPr sz="1050" b="0" i="0">
                <a:solidFill>
                  <a:srgbClr val="242424"/>
                </a:solidFill>
                <a:latin typeface="Arial"/>
                <a:ea typeface="Arial"/>
                <a:cs typeface="Arial"/>
              </a:rPr>
              <a:t> 1</a:t>
            </a:r>
            <a:r>
              <a:rPr sz="1050" b="0" i="0">
                <a:solidFill>
                  <a:srgbClr val="242424"/>
                </a:solidFill>
                <a:latin typeface="Arial"/>
                <a:ea typeface="Arial"/>
                <a:cs typeface="Arial"/>
              </a:rPr>
              <a:t>3</a:t>
            </a:r>
            <a:endParaRPr sz="1050" b="0" i="0">
              <a:solidFill>
                <a:srgbClr val="242424"/>
              </a:solidFill>
              <a:latin typeface="Arial"/>
              <a:ea typeface="Arial"/>
              <a:cs typeface="Arial"/>
            </a:endParaRPr>
          </a:p>
        </p:txBody>
      </p:sp>
    </p:spTree>
    <p:extLst>
      <p:ext uri="{BB962C8B-B14F-4D97-AF65-F5344CB8AC3E}">
        <p14:creationId xmlns:p14="http://schemas.microsoft.com/office/powerpoint/2010/main" val="183008352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scalar-array-result">
            <a:extLst xmlns:a="http://schemas.openxmlformats.org/drawingml/2006/main">
              <a:ext uri="{FF2B5EF4-FFF2-40B4-BE49-F238E27FC236}">
                <a16:creationId xmlns:a16="http://schemas.microsoft.com/office/drawing/2014/main" id="{A3470862-36F6-4243-84A0-2F52B254DD82}"/>
              </a:ext>
            </a:extLst>
          </p:cNvPr>
          <p:cNvSpPr>
            <a:spLocks xmlns:a="http://schemas.openxmlformats.org/drawingml/2006/main" noGrp="1"/>
          </p:cNvSpPr>
          <p:nvPr/>
        </p:nvSpPr>
        <p:spPr>
          <a:xfrm xmlns:a="http://schemas.openxmlformats.org/drawingml/2006/main">
            <a:off x="6009725" y="1699825"/>
            <a:ext cx="2657056" cy="535500"/>
          </a:xfrm>
          <a:prstGeom xmlns:a="http://schemas.openxmlformats.org/drawingml/2006/main" prst="roundRect">
            <a:avLst>
              <a:gd name="adj" fmla="val 9302"/>
            </a:avLst>
          </a:prstGeom>
          <a:solidFill xmlns:a="http://schemas.openxmlformats.org/drawingml/2006/main">
            <a:srgbClr val="E8F2FB"/>
          </a:solidFill>
          <a:ln xmlns:a="http://schemas.openxmlformats.org/drawingml/2006/main" w="11430">
            <a:solidFill>
              <a:srgbClr val="B7D0E6"/>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scalar-array-result">
            <a:extLst xmlns:a="http://schemas.openxmlformats.org/drawingml/2006/main">
              <a:ext uri="{FF2B5EF4-FFF2-40B4-BE49-F238E27FC236}">
                <a16:creationId xmlns:a16="http://schemas.microsoft.com/office/drawing/2014/main" id="{AFB9B618-35E4-45F8-85D0-B2C0C8961444}"/>
              </a:ext>
            </a:extLst>
          </p:cNvPr>
          <p:cNvSpPr>
            <a:spLocks xmlns:a="http://schemas.openxmlformats.org/drawingml/2006/main" noGrp="1"/>
          </p:cNvSpPr>
          <p:nvPr/>
        </p:nvSpPr>
        <p:spPr>
          <a:xfrm xmlns:a="http://schemas.openxmlformats.org/drawingml/2006/main">
            <a:off x="3168517" y="1735173"/>
            <a:ext cx="2657056" cy="535500"/>
          </a:xfrm>
          <a:prstGeom xmlns:a="http://schemas.openxmlformats.org/drawingml/2006/main" prst="roundRect">
            <a:avLst>
              <a:gd name="adj" fmla="val 9302"/>
            </a:avLst>
          </a:prstGeom>
          <a:solidFill xmlns:a="http://schemas.openxmlformats.org/drawingml/2006/main">
            <a:srgbClr val="E8F2FB"/>
          </a:solidFill>
          <a:ln xmlns:a="http://schemas.openxmlformats.org/drawingml/2006/main" w="11430">
            <a:solidFill>
              <a:srgbClr val="B7D0E6"/>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itle-band">
            <a:extLst xmlns:a="http://schemas.openxmlformats.org/drawingml/2006/main">
              <a:ext uri="{FF2B5EF4-FFF2-40B4-BE49-F238E27FC236}">
                <a16:creationId xmlns:a16="http://schemas.microsoft.com/office/drawing/2014/main" id="{5B5C7234-DB9E-4734-B251-257F7EEE20A8}"/>
              </a:ext>
            </a:extLst>
          </p:cNvPr>
          <p:cNvSpPr>
            <a:spLocks xmlns:a="http://schemas.openxmlformats.org/drawingml/2006/main" noGrp="1"/>
          </p:cNvSpPr>
          <p:nvPr/>
        </p:nvSpPr>
        <p:spPr>
          <a:xfrm xmlns:a="http://schemas.openxmlformats.org/drawingml/2006/main">
            <a:off x="0" y="19050"/>
            <a:ext cx="9144000" cy="838200"/>
          </a:xfrm>
          <a:prstGeom xmlns:a="http://schemas.openxmlformats.org/drawingml/2006/main" prst="rect">
            <a:avLst/>
          </a:prstGeom>
          <a:solidFill xmlns:a="http://schemas.openxmlformats.org/drawingml/2006/main">
            <a:srgbClr val="F0F0F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slide-title">
            <a:extLst xmlns:a="http://schemas.openxmlformats.org/drawingml/2006/main">
              <a:ext uri="{FF2B5EF4-FFF2-40B4-BE49-F238E27FC236}">
                <a16:creationId xmlns:a16="http://schemas.microsoft.com/office/drawing/2014/main" id="{4BD2C1F4-3E74-4A3D-AC14-A0B7AA700DA2}"/>
              </a:ext>
            </a:extLst>
          </p:cNvPr>
          <p:cNvSpPr>
            <a:spLocks xmlns:a="http://schemas.openxmlformats.org/drawingml/2006/main" noGrp="1"/>
          </p:cNvSpPr>
          <p:nvPr/>
        </p:nvSpPr>
        <p:spPr>
          <a:xfrm xmlns:a="http://schemas.openxmlformats.org/drawingml/2006/main">
            <a:off x="323850" y="133350"/>
            <a:ext cx="7048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buNone/>
              <a:defRPr sz="2550" b="0" i="0">
                <a:solidFill>
                  <a:srgbClr val="074B82"/>
                </a:solidFill>
                <a:latin typeface="Arial"/>
                <a:ea typeface="Arial"/>
                <a:cs typeface="Arial"/>
              </a:defRPr>
            </a:pPr>
            <a:r>
              <a:rPr>
                <a:latin typeface="Calibri"/>
                <a:ea typeface="Calibri"/>
                <a:cs typeface="Calibri"/>
              </a:rPr>
              <a:t>Event Visualization</a:t>
            </a:r>
            <a:endParaRPr sz="2550" i="0">
              <a:solidFill>
                <a:srgbClr val="074B82"/>
              </a:solidFill>
              <a:latin typeface="Arial"/>
              <a:ea typeface="Arial"/>
              <a:cs typeface="Arial"/>
            </a:endParaRPr>
          </a:p>
        </p:txBody>
      </p:sp>
      <p:sp>
        <p:nvSpPr>
          <p:cNvPr id="6" name="scalar-array-result">
            <a:extLst xmlns:a="http://schemas.openxmlformats.org/drawingml/2006/main">
              <a:ext uri="{FF2B5EF4-FFF2-40B4-BE49-F238E27FC236}">
                <a16:creationId xmlns:a16="http://schemas.microsoft.com/office/drawing/2014/main" id="{92B5D7F6-EF1A-4CFB-AE88-93F536D2759F}"/>
              </a:ext>
            </a:extLst>
          </p:cNvPr>
          <p:cNvSpPr>
            <a:spLocks xmlns:a="http://schemas.openxmlformats.org/drawingml/2006/main" noGrp="1"/>
          </p:cNvSpPr>
          <p:nvPr/>
        </p:nvSpPr>
        <p:spPr>
          <a:xfrm xmlns:a="http://schemas.openxmlformats.org/drawingml/2006/main">
            <a:off x="397508" y="1752576"/>
            <a:ext cx="2657056" cy="535500"/>
          </a:xfrm>
          <a:prstGeom xmlns:a="http://schemas.openxmlformats.org/drawingml/2006/main" prst="roundRect">
            <a:avLst>
              <a:gd name="adj" fmla="val 9302"/>
            </a:avLst>
          </a:prstGeom>
          <a:solidFill xmlns:a="http://schemas.openxmlformats.org/drawingml/2006/main">
            <a:srgbClr val="E8F2FB"/>
          </a:solidFill>
          <a:ln xmlns:a="http://schemas.openxmlformats.org/drawingml/2006/main" w="11430">
            <a:solidFill>
              <a:srgbClr val="B7D0E6"/>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footer-left">
            <a:extLst xmlns:a="http://schemas.openxmlformats.org/drawingml/2006/main">
              <a:ext uri="{FF2B5EF4-FFF2-40B4-BE49-F238E27FC236}">
                <a16:creationId xmlns:a16="http://schemas.microsoft.com/office/drawing/2014/main" id="{EAB5432D-2867-4A1C-A321-407F02EB68C0}"/>
              </a:ext>
            </a:extLst>
          </p:cNvPr>
          <p:cNvSpPr>
            <a:spLocks xmlns:a="http://schemas.openxmlformats.org/drawingml/2006/main" noGrp="1"/>
          </p:cNvSpPr>
          <p:nvPr/>
        </p:nvSpPr>
        <p:spPr>
          <a:xfrm xmlns:a="http://schemas.openxmlformats.org/drawingml/2006/main">
            <a:off x="0" y="6629400"/>
            <a:ext cx="3048000" cy="228600"/>
          </a:xfrm>
          <a:prstGeom xmlns:a="http://schemas.openxmlformats.org/drawingml/2006/main" prst="rect">
            <a:avLst/>
          </a:prstGeom>
          <a:solidFill xmlns:a="http://schemas.openxmlformats.org/drawingml/2006/main">
            <a:srgbClr val="C4C5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5" name="footer-center">
            <a:extLst xmlns:a="http://schemas.openxmlformats.org/drawingml/2006/main">
              <a:ext uri="{FF2B5EF4-FFF2-40B4-BE49-F238E27FC236}">
                <a16:creationId xmlns:a16="http://schemas.microsoft.com/office/drawing/2014/main" id="{232CCE83-DA4B-489D-AFE7-8F4911207AAD}"/>
              </a:ext>
            </a:extLst>
          </p:cNvPr>
          <p:cNvSpPr>
            <a:spLocks xmlns:a="http://schemas.openxmlformats.org/drawingml/2006/main" noGrp="1"/>
          </p:cNvSpPr>
          <p:nvPr/>
        </p:nvSpPr>
        <p:spPr>
          <a:xfrm xmlns:a="http://schemas.openxmlformats.org/drawingml/2006/main">
            <a:off x="3048000" y="6629400"/>
            <a:ext cx="3048000" cy="228600"/>
          </a:xfrm>
          <a:prstGeom xmlns:a="http://schemas.openxmlformats.org/drawingml/2006/main" prst="rect">
            <a:avLst/>
          </a:prstGeom>
          <a:solidFill xmlns:a="http://schemas.openxmlformats.org/drawingml/2006/main">
            <a:srgbClr val="B8BBD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6" name="footer-right">
            <a:extLst xmlns:a="http://schemas.openxmlformats.org/drawingml/2006/main">
              <a:ext uri="{FF2B5EF4-FFF2-40B4-BE49-F238E27FC236}">
                <a16:creationId xmlns:a16="http://schemas.microsoft.com/office/drawing/2014/main" id="{DC0BE955-CA98-4F61-837A-B64C438B4305}"/>
              </a:ext>
            </a:extLst>
          </p:cNvPr>
          <p:cNvSpPr>
            <a:spLocks xmlns:a="http://schemas.openxmlformats.org/drawingml/2006/main" noGrp="1"/>
          </p:cNvSpPr>
          <p:nvPr/>
        </p:nvSpPr>
        <p:spPr>
          <a:xfrm xmlns:a="http://schemas.openxmlformats.org/drawingml/2006/main">
            <a:off x="6096000" y="6629400"/>
            <a:ext cx="2476500" cy="228600"/>
          </a:xfrm>
          <a:prstGeom xmlns:a="http://schemas.openxmlformats.org/drawingml/2006/main" prst="rect">
            <a:avLst/>
          </a:prstGeom>
          <a:solidFill xmlns:a="http://schemas.openxmlformats.org/drawingml/2006/main">
            <a:srgbClr val="C4C5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7" name="footer-page">
            <a:extLst xmlns:a="http://schemas.openxmlformats.org/drawingml/2006/main">
              <a:ext uri="{FF2B5EF4-FFF2-40B4-BE49-F238E27FC236}">
                <a16:creationId xmlns:a16="http://schemas.microsoft.com/office/drawing/2014/main" id="{5CCEB65F-B3A6-4263-BAE9-E1CDB7AA7774}"/>
              </a:ext>
            </a:extLst>
          </p:cNvPr>
          <p:cNvSpPr>
            <a:spLocks xmlns:a="http://schemas.openxmlformats.org/drawingml/2006/main" noGrp="1"/>
          </p:cNvSpPr>
          <p:nvPr/>
        </p:nvSpPr>
        <p:spPr>
          <a:xfrm xmlns:a="http://schemas.openxmlformats.org/drawingml/2006/main">
            <a:off x="8572500" y="6629400"/>
            <a:ext cx="571500" cy="228600"/>
          </a:xfrm>
          <a:prstGeom xmlns:a="http://schemas.openxmlformats.org/drawingml/2006/main" prst="rect">
            <a:avLst/>
          </a:prstGeom>
          <a:solidFill xmlns:a="http://schemas.openxmlformats.org/drawingml/2006/main">
            <a:srgbClr val="B8BBD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9" name="矩形 18">
            <a:extLst xmlns:a="http://schemas.openxmlformats.org/drawingml/2006/main">
              <a:ext uri="{FF2B5EF4-FFF2-40B4-BE49-F238E27FC236}">
                <a16:creationId xmlns:a16="http://schemas.microsoft.com/office/drawing/2014/main" id="{C51FA9BC-D9C2-4E10-AD93-84DFFECE6BDE}"/>
              </a:ext>
            </a:extLst>
          </p:cNvPr>
          <p:cNvSpPr>
            <a:spLocks xmlns:a="http://schemas.openxmlformats.org/drawingml/2006/main" noGrp="1"/>
          </p:cNvSpPr>
          <p:nvPr/>
        </p:nvSpPr>
        <p:spPr>
          <a:xfrm xmlns:a="http://schemas.openxmlformats.org/drawingml/2006/main">
            <a:off x="3810000" y="66294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EE5110/EE6110</a:t>
            </a:r>
            <a:endParaRPr sz="1050" b="0" i="0">
              <a:solidFill>
                <a:srgbClr val="242424"/>
              </a:solidFill>
              <a:latin typeface="Arial"/>
              <a:ea typeface="Arial"/>
              <a:cs typeface="Arial"/>
            </a:endParaRPr>
          </a:p>
        </p:txBody>
      </p:sp>
      <p:sp>
        <p:nvSpPr>
          <p:cNvPr id="20" name="矩形 19">
            <a:extLst xmlns:a="http://schemas.openxmlformats.org/drawingml/2006/main">
              <a:ext uri="{FF2B5EF4-FFF2-40B4-BE49-F238E27FC236}">
                <a16:creationId xmlns:a16="http://schemas.microsoft.com/office/drawing/2014/main" id="{2438A487-D7E7-426C-A625-EB4FE6E09F8E}"/>
              </a:ext>
            </a:extLst>
          </p:cNvPr>
          <p:cNvSpPr>
            <a:spLocks xmlns:a="http://schemas.openxmlformats.org/drawingml/2006/main" noGrp="1"/>
          </p:cNvSpPr>
          <p:nvPr/>
        </p:nvSpPr>
        <p:spPr>
          <a:xfrm xmlns:a="http://schemas.openxmlformats.org/drawingml/2006/main">
            <a:off x="6572250" y="66294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975" b="0" i="0">
                <a:solidFill>
                  <a:srgbClr val="242424"/>
                </a:solidFill>
                <a:latin typeface="Arial"/>
                <a:ea typeface="Arial"/>
                <a:cs typeface="Arial"/>
              </a:defRPr>
            </a:pPr>
            <a:r>
              <a:rPr sz="975" b="0" i="0">
                <a:solidFill>
                  <a:srgbClr val="242424"/>
                </a:solidFill>
                <a:latin typeface="Arial"/>
                <a:ea typeface="Arial"/>
                <a:cs typeface="Arial"/>
              </a:rPr>
              <a:t>Event Camera Simulator</a:t>
            </a:r>
            <a:endParaRPr sz="975" b="0" i="0">
              <a:solidFill>
                <a:srgbClr val="242424"/>
              </a:solidFill>
              <a:latin typeface="Arial"/>
              <a:ea typeface="Arial"/>
              <a:cs typeface="Arial"/>
            </a:endParaRPr>
          </a:p>
        </p:txBody>
      </p:sp>
      <p:sp>
        <p:nvSpPr>
          <p:cNvPr id="21" name="矩形 20">
            <a:extLst xmlns:a="http://schemas.openxmlformats.org/drawingml/2006/main">
              <a:ext uri="{FF2B5EF4-FFF2-40B4-BE49-F238E27FC236}">
                <a16:creationId xmlns:a16="http://schemas.microsoft.com/office/drawing/2014/main" id="{0A53D69A-6532-4B4C-B4A3-7B79F7DCFE44}"/>
              </a:ext>
            </a:extLst>
          </p:cNvPr>
          <p:cNvSpPr>
            <a:spLocks xmlns:a="http://schemas.openxmlformats.org/drawingml/2006/main" noGrp="1"/>
          </p:cNvSpPr>
          <p:nvPr/>
        </p:nvSpPr>
        <p:spPr>
          <a:xfrm xmlns:a="http://schemas.openxmlformats.org/drawingml/2006/main">
            <a:off x="8677275" y="66294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a:solidFill>
                  <a:srgbClr val="242424"/>
                </a:solidFill>
                <a:latin typeface="Arial"/>
                <a:ea typeface="Arial"/>
                <a:cs typeface="Arial"/>
              </a:rPr>
              <a:t>13</a:t>
            </a:r>
            <a:endParaRPr sz="1050" b="0" i="0">
              <a:solidFill>
                <a:srgbClr val="242424"/>
              </a:solidFill>
              <a:latin typeface="Arial"/>
              <a:ea typeface="Arial"/>
              <a:cs typeface="Arial"/>
            </a:endParaRPr>
          </a:p>
        </p:txBody>
      </p:sp>
      <p:sp>
        <p:nvSpPr>
          <p:cNvPr id="5" name="矩形 4">
            <a:extLst xmlns:a="http://schemas.openxmlformats.org/drawingml/2006/main">
              <a:ext uri="{FF2B5EF4-FFF2-40B4-BE49-F238E27FC236}">
                <a16:creationId xmlns:a16="http://schemas.microsoft.com/office/drawing/2014/main" id="{F4CF157E-8C73-442A-8EBB-52D9B488424C}"/>
              </a:ext>
            </a:extLst>
          </p:cNvPr>
          <p:cNvSpPr>
            <a:spLocks xmlns:a="http://schemas.openxmlformats.org/drawingml/2006/main" noGrp="1"/>
          </p:cNvSpPr>
          <p:nvPr/>
        </p:nvSpPr>
        <p:spPr>
          <a:xfrm xmlns:a="http://schemas.openxmlformats.org/drawingml/2006/main">
            <a:off x="904875" y="66294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Group</a:t>
            </a:r>
            <a:r>
              <a:rPr sz="1050" b="0" i="0">
                <a:solidFill>
                  <a:srgbClr val="242424"/>
                </a:solidFill>
                <a:latin typeface="Arial"/>
                <a:ea typeface="Arial"/>
                <a:cs typeface="Arial"/>
              </a:rPr>
              <a:t> 1</a:t>
            </a:r>
            <a:r>
              <a:rPr sz="1050" b="0" i="0">
                <a:solidFill>
                  <a:srgbClr val="242424"/>
                </a:solidFill>
                <a:latin typeface="Arial"/>
                <a:ea typeface="Arial"/>
                <a:cs typeface="Arial"/>
              </a:rPr>
              <a:t>3</a:t>
            </a:r>
            <a:endParaRPr sz="1050" b="0" i="0">
              <a:solidFill>
                <a:srgbClr val="242424"/>
              </a:solidFill>
              <a:latin typeface="Arial"/>
              <a:ea typeface="Arial"/>
              <a:cs typeface="Arial"/>
            </a:endParaRPr>
          </a:p>
        </p:txBody>
      </p:sp>
      <p:pic>
        <p:nvPicPr>
          <p:cNvPr id="56" name="input_F284AB15-2522-4977-A636-2C0E79D7AAF5.mp4"/>
          <p:cNvPicPr>
            <a:picLocks xmlns:a="http://schemas.openxmlformats.org/drawingml/2006/main" noChangeAspect="1"/>
          </p:cNvPicPr>
          <p:nvPr/>
        </p:nvPicPr>
        <p:blipFill>
          <a:blip xmlns:r="http://schemas.openxmlformats.org/officeDocument/2006/relationships" xmlns:a="http://schemas.openxmlformats.org/drawingml/2006/main" r:embed="Rbb32ca8b583d48e6"/>
          <a:stretch xmlns:a="http://schemas.openxmlformats.org/drawingml/2006/main">
            <a:fillRect l="0" t="0" r="0" b="0"/>
          </a:stretch>
        </p:blipFill>
        <p:spPr>
          <a:xfrm xmlns:a="http://schemas.openxmlformats.org/drawingml/2006/main">
            <a:off x="360436" y="2776159"/>
            <a:ext cx="2737555" cy="1506011"/>
          </a:xfrm>
          <a:prstGeom xmlns:a="http://schemas.openxmlformats.org/drawingml/2006/main" prst="rect">
            <a:avLst/>
          </a:prstGeom>
        </p:spPr>
      </p:pic>
      <p:pic>
        <p:nvPicPr>
          <p:cNvPr id="57" name="event_755F785A-6E22-402C-84C2-71C4D223A115.mp4"/>
          <p:cNvPicPr>
            <a:picLocks xmlns:a="http://schemas.openxmlformats.org/drawingml/2006/main" noChangeAspect="1"/>
          </p:cNvPicPr>
          <p:nvPr/>
        </p:nvPicPr>
        <p:blipFill>
          <a:blip xmlns:r="http://schemas.openxmlformats.org/officeDocument/2006/relationships" xmlns:a="http://schemas.openxmlformats.org/drawingml/2006/main" r:embed="R1abb9f03b1a043a4"/>
          <a:stretch xmlns:a="http://schemas.openxmlformats.org/drawingml/2006/main">
            <a:fillRect l="0" t="0" r="0" b="0"/>
          </a:stretch>
        </p:blipFill>
        <p:spPr>
          <a:xfrm xmlns:a="http://schemas.openxmlformats.org/drawingml/2006/main">
            <a:off x="3163415" y="2774651"/>
            <a:ext cx="2769015" cy="1506012"/>
          </a:xfrm>
          <a:prstGeom xmlns:a="http://schemas.openxmlformats.org/drawingml/2006/main" prst="rect">
            <a:avLst/>
          </a:prstGeom>
        </p:spPr>
      </p:pic>
      <p:pic>
        <p:nvPicPr>
          <p:cNvPr id="58" name="overlay_34779B28-FD50-4CD7-A310-9A79D38C357F.mp4"/>
          <p:cNvPicPr>
            <a:picLocks xmlns:a="http://schemas.openxmlformats.org/drawingml/2006/main" noChangeAspect="1"/>
          </p:cNvPicPr>
          <p:nvPr/>
        </p:nvPicPr>
        <p:blipFill>
          <a:blip xmlns:r="http://schemas.openxmlformats.org/officeDocument/2006/relationships" xmlns:a="http://schemas.openxmlformats.org/drawingml/2006/main" r:embed="Rb70096c51f084b47"/>
          <a:stretch xmlns:a="http://schemas.openxmlformats.org/drawingml/2006/main">
            <a:fillRect l="0" t="0" r="0" b="0"/>
          </a:stretch>
        </p:blipFill>
        <p:spPr>
          <a:xfrm xmlns:a="http://schemas.openxmlformats.org/drawingml/2006/main">
            <a:off x="5995505" y="2774651"/>
            <a:ext cx="2737556" cy="1513141"/>
          </a:xfrm>
          <a:prstGeom xmlns:a="http://schemas.openxmlformats.org/drawingml/2006/main" prst="rect">
            <a:avLst/>
          </a:prstGeom>
        </p:spPr>
      </p:pic>
      <p:sp>
        <p:nvSpPr>
          <p:cNvPr id="26" name="文本框 25">
            <a:extLst xmlns:a="http://schemas.openxmlformats.org/drawingml/2006/main">
              <a:ext uri="{FF2B5EF4-FFF2-40B4-BE49-F238E27FC236}">
                <a16:creationId xmlns:a16="http://schemas.microsoft.com/office/drawing/2014/main" id="{73ACF427-95CA-48AA-96B5-CAAC29C34C2D}"/>
              </a:ext>
            </a:extLst>
          </p:cNvPr>
          <p:cNvSpPr>
            <a:spLocks xmlns:a="http://schemas.openxmlformats.org/drawingml/2006/main" noGrp="1"/>
          </p:cNvSpPr>
          <p:nvPr/>
        </p:nvSpPr>
        <p:spPr>
          <a:xfrm xmlns:a="http://schemas.openxmlformats.org/drawingml/2006/main">
            <a:off x="888929" y="1839555"/>
            <a:ext cx="1426226" cy="33855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575" b="1" i="0">
                <a:solidFill>
                  <a:srgbClr val="075AA9"/>
                </a:solidFill>
                <a:latin typeface="Arial"/>
                <a:ea typeface="Arial"/>
                <a:cs typeface="Arial"/>
              </a:defRPr>
            </a:pPr>
            <a:r>
              <a:rPr sz="1600" b="1">
                <a:solidFill>
                  <a:srgbClr val="075AA9"/>
                </a:solidFill>
                <a:latin typeface="Arial"/>
                <a:ea typeface="Arial"/>
                <a:cs typeface="Arial"/>
              </a:rPr>
              <a:t>Input</a:t>
            </a:r>
            <a:r>
              <a:rPr sz="1600" b="1">
                <a:solidFill>
                  <a:srgbClr val="075AA9"/>
                </a:solidFill>
                <a:latin typeface="Arial"/>
                <a:ea typeface="Arial"/>
                <a:cs typeface="Arial"/>
              </a:rPr>
              <a:t> </a:t>
            </a:r>
            <a:r>
              <a:rPr sz="1600" b="1">
                <a:solidFill>
                  <a:srgbClr val="075AA9"/>
                </a:solidFill>
                <a:latin typeface="Arial"/>
                <a:ea typeface="Arial"/>
                <a:cs typeface="Arial"/>
              </a:rPr>
              <a:t>Frame</a:t>
            </a:r>
            <a:endParaRPr sz="1600" b="1">
              <a:solidFill>
                <a:srgbClr val="075AA9"/>
              </a:solidFill>
              <a:latin typeface="Arial"/>
              <a:ea typeface="Arial"/>
              <a:cs typeface="Arial"/>
            </a:endParaRPr>
          </a:p>
        </p:txBody>
      </p:sp>
      <p:sp>
        <p:nvSpPr>
          <p:cNvPr id="27" name="文本框 26">
            <a:extLst xmlns:a="http://schemas.openxmlformats.org/drawingml/2006/main">
              <a:ext uri="{FF2B5EF4-FFF2-40B4-BE49-F238E27FC236}">
                <a16:creationId xmlns:a16="http://schemas.microsoft.com/office/drawing/2014/main" id="{1878F9C8-558E-464F-A370-21981305FEB3}"/>
              </a:ext>
            </a:extLst>
          </p:cNvPr>
          <p:cNvSpPr>
            <a:spLocks xmlns:a="http://schemas.openxmlformats.org/drawingml/2006/main" noGrp="1"/>
          </p:cNvSpPr>
          <p:nvPr/>
        </p:nvSpPr>
        <p:spPr>
          <a:xfrm xmlns:a="http://schemas.openxmlformats.org/drawingml/2006/main">
            <a:off x="3820393" y="1817526"/>
            <a:ext cx="1485077" cy="33855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575" b="1" i="0">
                <a:solidFill>
                  <a:srgbClr val="075AA9"/>
                </a:solidFill>
                <a:latin typeface="Arial"/>
                <a:ea typeface="Arial"/>
                <a:cs typeface="Arial"/>
              </a:defRPr>
            </a:pPr>
            <a:r>
              <a:rPr sz="1600" b="1">
                <a:solidFill>
                  <a:srgbClr val="075AA9"/>
                </a:solidFill>
                <a:latin typeface="Arial"/>
                <a:ea typeface="Arial"/>
                <a:cs typeface="Arial"/>
              </a:rPr>
              <a:t>Event</a:t>
            </a:r>
            <a:r>
              <a:rPr sz="1600" b="1">
                <a:solidFill>
                  <a:srgbClr val="075AA9"/>
                </a:solidFill>
                <a:latin typeface="Arial"/>
                <a:ea typeface="Arial"/>
                <a:cs typeface="Arial"/>
              </a:rPr>
              <a:t> </a:t>
            </a:r>
            <a:r>
              <a:rPr sz="1600" b="1">
                <a:solidFill>
                  <a:srgbClr val="075AA9"/>
                </a:solidFill>
                <a:latin typeface="Arial"/>
                <a:ea typeface="Arial"/>
                <a:cs typeface="Arial"/>
              </a:rPr>
              <a:t>Frame</a:t>
            </a:r>
            <a:endParaRPr sz="1600" b="1">
              <a:solidFill>
                <a:srgbClr val="075AA9"/>
              </a:solidFill>
              <a:latin typeface="Arial"/>
              <a:ea typeface="Arial"/>
              <a:cs typeface="Arial"/>
            </a:endParaRPr>
          </a:p>
        </p:txBody>
      </p:sp>
      <p:sp>
        <p:nvSpPr>
          <p:cNvPr id="29" name="文本框 28">
            <a:extLst xmlns:a="http://schemas.openxmlformats.org/drawingml/2006/main">
              <a:ext uri="{FF2B5EF4-FFF2-40B4-BE49-F238E27FC236}">
                <a16:creationId xmlns:a16="http://schemas.microsoft.com/office/drawing/2014/main" id="{BECF9E0F-2976-4D89-9E97-CFF5C2CBBCD1}"/>
              </a:ext>
            </a:extLst>
          </p:cNvPr>
          <p:cNvSpPr>
            <a:spLocks xmlns:a="http://schemas.openxmlformats.org/drawingml/2006/main" noGrp="1"/>
          </p:cNvSpPr>
          <p:nvPr/>
        </p:nvSpPr>
        <p:spPr>
          <a:xfrm xmlns:a="http://schemas.openxmlformats.org/drawingml/2006/main">
            <a:off x="6807215" y="1795873"/>
            <a:ext cx="983999" cy="33855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575" b="1" i="0">
                <a:solidFill>
                  <a:srgbClr val="075AA9"/>
                </a:solidFill>
                <a:latin typeface="Arial"/>
                <a:ea typeface="Arial"/>
                <a:cs typeface="Arial"/>
              </a:defRPr>
            </a:pPr>
            <a:r>
              <a:rPr sz="1600" b="1">
                <a:solidFill>
                  <a:srgbClr val="075AA9"/>
                </a:solidFill>
                <a:latin typeface="Arial"/>
                <a:ea typeface="Arial"/>
                <a:cs typeface="Arial"/>
              </a:rPr>
              <a:t>Overlay</a:t>
            </a:r>
            <a:endParaRPr sz="1600" b="1">
              <a:solidFill>
                <a:srgbClr val="075AA9"/>
              </a:solidFill>
              <a:latin typeface="Arial"/>
              <a:ea typeface="Arial"/>
              <a:cs typeface="Arial"/>
            </a:endParaRPr>
          </a:p>
        </p:txBody>
      </p:sp>
      <p:sp>
        <p:nvSpPr>
          <p:cNvPr id="30" name="文本框 29">
            <a:extLst xmlns:a="http://schemas.openxmlformats.org/drawingml/2006/main">
              <a:ext uri="{FF2B5EF4-FFF2-40B4-BE49-F238E27FC236}">
                <a16:creationId xmlns:a16="http://schemas.microsoft.com/office/drawing/2014/main" id="{1860B34E-1677-41E9-994F-BF3E4AF1D22E}"/>
              </a:ext>
            </a:extLst>
          </p:cNvPr>
          <p:cNvSpPr>
            <a:spLocks xmlns:a="http://schemas.openxmlformats.org/drawingml/2006/main" noGrp="1"/>
          </p:cNvSpPr>
          <p:nvPr/>
        </p:nvSpPr>
        <p:spPr>
          <a:xfrm xmlns:a="http://schemas.openxmlformats.org/drawingml/2006/main">
            <a:off x="2839903" y="4715648"/>
            <a:ext cx="4727316" cy="31162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lvl="0">
              <a:buNone/>
            </a:pPr>
            <a:r>
              <a:rPr sz="1425" b="1">
                <a:solidFill>
                  <a:srgbClr val="C8180A"/>
                </a:solidFill>
                <a:latin typeface="Arial"/>
                <a:ea typeface="Arial"/>
                <a:cs typeface="Arial"/>
              </a:rPr>
              <a:t>Red = ON event</a:t>
            </a:r>
            <a:r>
              <a:rPr sz="1425" b="1">
                <a:solidFill>
                  <a:srgbClr val="C8180A"/>
                </a:solidFill>
                <a:latin typeface="Arial"/>
                <a:ea typeface="Arial"/>
                <a:cs typeface="Arial"/>
              </a:rPr>
              <a:t>  </a:t>
            </a:r>
            <a:r>
              <a:rPr sz="1425" b="1">
                <a:solidFill>
                  <a:srgbClr val="C8180A"/>
                </a:solidFill>
                <a:latin typeface="Arial"/>
                <a:ea typeface="Arial"/>
                <a:cs typeface="Arial"/>
              </a:rPr>
              <a:t> Blue = OFF event</a:t>
            </a:r>
            <a:endParaRPr sz="1425" b="1">
              <a:solidFill>
                <a:srgbClr val="C8180A"/>
              </a:solidFill>
              <a:latin typeface="Arial"/>
              <a:ea typeface="Arial"/>
              <a:cs typeface="Arial"/>
            </a:endParaRPr>
          </a:p>
        </p:txBody>
      </p:sp>
    </p:spTree>
    <p:extLst>
      <p:ext uri="{BB962C8B-B14F-4D97-AF65-F5344CB8AC3E}">
        <p14:creationId xmlns:p14="http://schemas.microsoft.com/office/powerpoint/2010/main" val="93582772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title-band">
            <a:extLst xmlns:a="http://schemas.openxmlformats.org/drawingml/2006/main">
              <a:ext uri="{FF2B5EF4-FFF2-40B4-BE49-F238E27FC236}">
                <a16:creationId xmlns:a16="http://schemas.microsoft.com/office/drawing/2014/main" id="{66BA8C54-D9FF-46E2-A687-5D58C1154FF7}"/>
              </a:ext>
            </a:extLst>
          </p:cNvPr>
          <p:cNvSpPr>
            <a:spLocks xmlns:a="http://schemas.openxmlformats.org/drawingml/2006/main" noGrp="1"/>
          </p:cNvSpPr>
          <p:nvPr/>
        </p:nvSpPr>
        <p:spPr>
          <a:xfrm xmlns:a="http://schemas.openxmlformats.org/drawingml/2006/main">
            <a:off x="0" y="0"/>
            <a:ext cx="9144000" cy="838200"/>
          </a:xfrm>
          <a:prstGeom xmlns:a="http://schemas.openxmlformats.org/drawingml/2006/main" prst="rect">
            <a:avLst/>
          </a:prstGeom>
          <a:solidFill xmlns:a="http://schemas.openxmlformats.org/drawingml/2006/main">
            <a:srgbClr val="F0F0F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slide-title">
            <a:extLst xmlns:a="http://schemas.openxmlformats.org/drawingml/2006/main">
              <a:ext uri="{FF2B5EF4-FFF2-40B4-BE49-F238E27FC236}">
                <a16:creationId xmlns:a16="http://schemas.microsoft.com/office/drawing/2014/main" id="{1CEFC140-949C-4E88-8AF6-AD7A10204C36}"/>
              </a:ext>
            </a:extLst>
          </p:cNvPr>
          <p:cNvSpPr>
            <a:spLocks xmlns:a="http://schemas.openxmlformats.org/drawingml/2006/main" noGrp="1"/>
          </p:cNvSpPr>
          <p:nvPr/>
        </p:nvSpPr>
        <p:spPr>
          <a:xfrm xmlns:a="http://schemas.openxmlformats.org/drawingml/2006/main">
            <a:off x="323850" y="133350"/>
            <a:ext cx="7048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2550" b="0" i="0">
                <a:solidFill>
                  <a:srgbClr val="074B82"/>
                </a:solidFill>
                <a:latin typeface="Arial"/>
                <a:ea typeface="Arial"/>
                <a:cs typeface="Arial"/>
              </a:defRPr>
            </a:pPr>
            <a:r>
              <a:rPr sz="2550" b="0" i="0">
                <a:solidFill>
                  <a:srgbClr val="074B82"/>
                </a:solidFill>
                <a:latin typeface="Arial"/>
                <a:ea typeface="Arial"/>
                <a:cs typeface="Arial"/>
              </a:rPr>
              <a:t>4.2 Interactive Web Interface</a:t>
            </a:r>
            <a:endParaRPr sz="2550" b="0" i="0">
              <a:solidFill>
                <a:srgbClr val="074B82"/>
              </a:solidFill>
              <a:latin typeface="Arial"/>
              <a:ea typeface="Arial"/>
              <a:cs typeface="Arial"/>
            </a:endParaRPr>
          </a:p>
        </p:txBody>
      </p:sp>
      <p:sp>
        <p:nvSpPr>
          <p:cNvPr id="34" name="footer-left">
            <a:extLst xmlns:a="http://schemas.openxmlformats.org/drawingml/2006/main">
              <a:ext uri="{FF2B5EF4-FFF2-40B4-BE49-F238E27FC236}">
                <a16:creationId xmlns:a16="http://schemas.microsoft.com/office/drawing/2014/main" id="{47F663FC-FBBE-4B85-9BF9-EED46ABCEFC0}"/>
              </a:ext>
            </a:extLst>
          </p:cNvPr>
          <p:cNvSpPr>
            <a:spLocks xmlns:a="http://schemas.openxmlformats.org/drawingml/2006/main" noGrp="1"/>
          </p:cNvSpPr>
          <p:nvPr/>
        </p:nvSpPr>
        <p:spPr>
          <a:xfrm xmlns:a="http://schemas.openxmlformats.org/drawingml/2006/main">
            <a:off x="0" y="6629400"/>
            <a:ext cx="3048000" cy="228600"/>
          </a:xfrm>
          <a:prstGeom xmlns:a="http://schemas.openxmlformats.org/drawingml/2006/main" prst="rect">
            <a:avLst/>
          </a:prstGeom>
          <a:solidFill xmlns:a="http://schemas.openxmlformats.org/drawingml/2006/main">
            <a:srgbClr val="C4C5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5" name="footer-center">
            <a:extLst xmlns:a="http://schemas.openxmlformats.org/drawingml/2006/main">
              <a:ext uri="{FF2B5EF4-FFF2-40B4-BE49-F238E27FC236}">
                <a16:creationId xmlns:a16="http://schemas.microsoft.com/office/drawing/2014/main" id="{3291C245-9EF8-48EF-8886-1F6D4FA2D6FA}"/>
              </a:ext>
            </a:extLst>
          </p:cNvPr>
          <p:cNvSpPr>
            <a:spLocks xmlns:a="http://schemas.openxmlformats.org/drawingml/2006/main" noGrp="1"/>
          </p:cNvSpPr>
          <p:nvPr/>
        </p:nvSpPr>
        <p:spPr>
          <a:xfrm xmlns:a="http://schemas.openxmlformats.org/drawingml/2006/main">
            <a:off x="3048000" y="6629400"/>
            <a:ext cx="3048000" cy="228600"/>
          </a:xfrm>
          <a:prstGeom xmlns:a="http://schemas.openxmlformats.org/drawingml/2006/main" prst="rect">
            <a:avLst/>
          </a:prstGeom>
          <a:solidFill xmlns:a="http://schemas.openxmlformats.org/drawingml/2006/main">
            <a:srgbClr val="B8BBD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6" name="footer-right">
            <a:extLst xmlns:a="http://schemas.openxmlformats.org/drawingml/2006/main">
              <a:ext uri="{FF2B5EF4-FFF2-40B4-BE49-F238E27FC236}">
                <a16:creationId xmlns:a16="http://schemas.microsoft.com/office/drawing/2014/main" id="{7F8F2CD1-8495-4737-9F9C-447B1C550B03}"/>
              </a:ext>
            </a:extLst>
          </p:cNvPr>
          <p:cNvSpPr>
            <a:spLocks xmlns:a="http://schemas.openxmlformats.org/drawingml/2006/main" noGrp="1"/>
          </p:cNvSpPr>
          <p:nvPr/>
        </p:nvSpPr>
        <p:spPr>
          <a:xfrm xmlns:a="http://schemas.openxmlformats.org/drawingml/2006/main">
            <a:off x="6096000" y="6629400"/>
            <a:ext cx="2476500" cy="228600"/>
          </a:xfrm>
          <a:prstGeom xmlns:a="http://schemas.openxmlformats.org/drawingml/2006/main" prst="rect">
            <a:avLst/>
          </a:prstGeom>
          <a:solidFill xmlns:a="http://schemas.openxmlformats.org/drawingml/2006/main">
            <a:srgbClr val="C4C5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7" name="footer-page">
            <a:extLst xmlns:a="http://schemas.openxmlformats.org/drawingml/2006/main">
              <a:ext uri="{FF2B5EF4-FFF2-40B4-BE49-F238E27FC236}">
                <a16:creationId xmlns:a16="http://schemas.microsoft.com/office/drawing/2014/main" id="{D37BF956-1AC4-4C13-AEFF-FB7CFFDE8B39}"/>
              </a:ext>
            </a:extLst>
          </p:cNvPr>
          <p:cNvSpPr>
            <a:spLocks xmlns:a="http://schemas.openxmlformats.org/drawingml/2006/main" noGrp="1"/>
          </p:cNvSpPr>
          <p:nvPr/>
        </p:nvSpPr>
        <p:spPr>
          <a:xfrm xmlns:a="http://schemas.openxmlformats.org/drawingml/2006/main">
            <a:off x="8572500" y="6629400"/>
            <a:ext cx="571500" cy="228600"/>
          </a:xfrm>
          <a:prstGeom xmlns:a="http://schemas.openxmlformats.org/drawingml/2006/main" prst="rect">
            <a:avLst/>
          </a:prstGeom>
          <a:solidFill xmlns:a="http://schemas.openxmlformats.org/drawingml/2006/main">
            <a:srgbClr val="B8BBD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9" name="矩形 38">
            <a:extLst xmlns:a="http://schemas.openxmlformats.org/drawingml/2006/main">
              <a:ext uri="{FF2B5EF4-FFF2-40B4-BE49-F238E27FC236}">
                <a16:creationId xmlns:a16="http://schemas.microsoft.com/office/drawing/2014/main" id="{5E28BA6D-0516-4096-A1F8-90139C996190}"/>
              </a:ext>
            </a:extLst>
          </p:cNvPr>
          <p:cNvSpPr>
            <a:spLocks xmlns:a="http://schemas.openxmlformats.org/drawingml/2006/main" noGrp="1"/>
          </p:cNvSpPr>
          <p:nvPr/>
        </p:nvSpPr>
        <p:spPr>
          <a:xfrm xmlns:a="http://schemas.openxmlformats.org/drawingml/2006/main">
            <a:off x="3810000" y="66294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EE5110/EE6110</a:t>
            </a:r>
            <a:endParaRPr sz="1050" b="0" i="0">
              <a:solidFill>
                <a:srgbClr val="242424"/>
              </a:solidFill>
              <a:latin typeface="Arial"/>
              <a:ea typeface="Arial"/>
              <a:cs typeface="Arial"/>
            </a:endParaRPr>
          </a:p>
        </p:txBody>
      </p:sp>
      <p:sp>
        <p:nvSpPr>
          <p:cNvPr id="40" name="矩形 39">
            <a:extLst xmlns:a="http://schemas.openxmlformats.org/drawingml/2006/main">
              <a:ext uri="{FF2B5EF4-FFF2-40B4-BE49-F238E27FC236}">
                <a16:creationId xmlns:a16="http://schemas.microsoft.com/office/drawing/2014/main" id="{D9840B7F-97AA-490D-AADD-67CAB95D911A}"/>
              </a:ext>
            </a:extLst>
          </p:cNvPr>
          <p:cNvSpPr>
            <a:spLocks xmlns:a="http://schemas.openxmlformats.org/drawingml/2006/main" noGrp="1"/>
          </p:cNvSpPr>
          <p:nvPr/>
        </p:nvSpPr>
        <p:spPr>
          <a:xfrm xmlns:a="http://schemas.openxmlformats.org/drawingml/2006/main">
            <a:off x="6572250" y="66294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975" b="0" i="0">
                <a:solidFill>
                  <a:srgbClr val="242424"/>
                </a:solidFill>
                <a:latin typeface="Arial"/>
                <a:ea typeface="Arial"/>
                <a:cs typeface="Arial"/>
              </a:defRPr>
            </a:pPr>
            <a:r>
              <a:rPr sz="975" b="0" i="0">
                <a:solidFill>
                  <a:srgbClr val="242424"/>
                </a:solidFill>
                <a:latin typeface="Arial"/>
                <a:ea typeface="Arial"/>
                <a:cs typeface="Arial"/>
              </a:rPr>
              <a:t>Event Camera Simulator</a:t>
            </a:r>
            <a:endParaRPr sz="975" b="0" i="0">
              <a:solidFill>
                <a:srgbClr val="242424"/>
              </a:solidFill>
              <a:latin typeface="Arial"/>
              <a:ea typeface="Arial"/>
              <a:cs typeface="Arial"/>
            </a:endParaRPr>
          </a:p>
        </p:txBody>
      </p:sp>
      <p:sp>
        <p:nvSpPr>
          <p:cNvPr id="41" name="矩形 40">
            <a:extLst xmlns:a="http://schemas.openxmlformats.org/drawingml/2006/main">
              <a:ext uri="{FF2B5EF4-FFF2-40B4-BE49-F238E27FC236}">
                <a16:creationId xmlns:a16="http://schemas.microsoft.com/office/drawing/2014/main" id="{D984BAED-D894-4E86-8C77-974029EBECE5}"/>
              </a:ext>
            </a:extLst>
          </p:cNvPr>
          <p:cNvSpPr>
            <a:spLocks xmlns:a="http://schemas.openxmlformats.org/drawingml/2006/main" noGrp="1"/>
          </p:cNvSpPr>
          <p:nvPr/>
        </p:nvSpPr>
        <p:spPr>
          <a:xfrm xmlns:a="http://schemas.openxmlformats.org/drawingml/2006/main">
            <a:off x="8677275" y="66294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14</a:t>
            </a:r>
            <a:endParaRPr sz="1050" b="0" i="0">
              <a:solidFill>
                <a:srgbClr val="242424"/>
              </a:solidFill>
              <a:latin typeface="Arial"/>
              <a:ea typeface="Arial"/>
              <a:cs typeface="Arial"/>
            </a:endParaRPr>
          </a:p>
        </p:txBody>
      </p:sp>
      <p:sp>
        <p:nvSpPr>
          <p:cNvPr id="14" name="矩形 13">
            <a:extLst xmlns:a="http://schemas.openxmlformats.org/drawingml/2006/main">
              <a:ext uri="{FF2B5EF4-FFF2-40B4-BE49-F238E27FC236}">
                <a16:creationId xmlns:a16="http://schemas.microsoft.com/office/drawing/2014/main" id="{8CC6AEA1-3C4F-4CDC-85B4-10A91871F1DB}"/>
              </a:ext>
            </a:extLst>
          </p:cNvPr>
          <p:cNvSpPr>
            <a:spLocks xmlns:a="http://schemas.openxmlformats.org/drawingml/2006/main" noGrp="1"/>
          </p:cNvSpPr>
          <p:nvPr/>
        </p:nvSpPr>
        <p:spPr>
          <a:xfrm xmlns:a="http://schemas.openxmlformats.org/drawingml/2006/main">
            <a:off x="904875" y="66294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Group</a:t>
            </a:r>
            <a:r>
              <a:rPr sz="1050" b="0" i="0">
                <a:solidFill>
                  <a:srgbClr val="242424"/>
                </a:solidFill>
                <a:latin typeface="Arial"/>
                <a:ea typeface="Arial"/>
                <a:cs typeface="Arial"/>
              </a:rPr>
              <a:t> 1</a:t>
            </a:r>
            <a:r>
              <a:rPr sz="1050" b="0" i="0">
                <a:solidFill>
                  <a:srgbClr val="242424"/>
                </a:solidFill>
                <a:latin typeface="Arial"/>
                <a:ea typeface="Arial"/>
                <a:cs typeface="Arial"/>
              </a:rPr>
              <a:t>3</a:t>
            </a:r>
            <a:endParaRPr sz="1050" b="0" i="0">
              <a:solidFill>
                <a:srgbClr val="242424"/>
              </a:solidFill>
              <a:latin typeface="Arial"/>
              <a:ea typeface="Arial"/>
              <a:cs typeface="Arial"/>
            </a:endParaRPr>
          </a:p>
        </p:txBody>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b17815a954674093"/>
          <a:stretch xmlns:a="http://schemas.openxmlformats.org/drawingml/2006/main"/>
        </p:blipFill>
        <p:spPr>
          <a:xfrm xmlns:a="http://schemas.openxmlformats.org/drawingml/2006/main">
            <a:off x="428625" y="1198815"/>
            <a:ext cx="8286750" cy="4698496"/>
          </a:xfrm>
          <a:prstGeom xmlns:a="http://schemas.openxmlformats.org/drawingml/2006/main" prst="rect">
            <a:avLst/>
          </a:prstGeom>
        </p:spPr>
      </p:pic>
      <p:sp>
        <p:nvSpPr>
          <p:cNvPr id="44" name="screenshot-border">
            <a:extLst xmlns:a="http://schemas.openxmlformats.org/drawingml/2006/main">
              <a:ext uri="{FF2B5EF4-FFF2-40B4-BE49-F238E27FC236}">
                <a16:creationId xmlns:a16="http://schemas.microsoft.com/office/drawing/2014/main" id="{635F4158-86A5-4D9B-9A2C-9AEFB8888C1C}"/>
              </a:ext>
            </a:extLst>
          </p:cNvPr>
          <p:cNvSpPr>
            <a:spLocks xmlns:a="http://schemas.openxmlformats.org/drawingml/2006/main" noGrp="1"/>
          </p:cNvSpPr>
          <p:nvPr/>
        </p:nvSpPr>
        <p:spPr>
          <a:xfrm xmlns:a="http://schemas.openxmlformats.org/drawingml/2006/main">
            <a:off x="428625" y="1143000"/>
            <a:ext cx="8286750" cy="4810125"/>
          </a:xfrm>
          <a:prstGeom xmlns:a="http://schemas.openxmlformats.org/drawingml/2006/main" prst="rect">
            <a:avLst/>
          </a:prstGeom>
          <a:ln xmlns:a="http://schemas.openxmlformats.org/drawingml/2006/main" w="9525">
            <a:solidFill>
              <a:srgbClr val="B9C6D1"/>
            </a:solidFill>
          </a:ln>
        </p:spPr>
        <p:txBody>
          <a:bodyPr xmlns:a="http://schemas.openxmlformats.org/drawingml/2006/main"/>
          <a:lstStyle xmlns:a="http://schemas.openxmlformats.org/drawingml/2006/main"/>
          <a:p xmlns:a="http://schemas.openxmlformats.org/drawingml/2006/main">
            <a:r>
              <a:t/>
            </a:r>
          </a:p>
        </p:txBody>
      </p:sp>
      <p:sp>
        <p:nvSpPr>
          <p:cNvPr id="45" name="interface-caption">
            <a:extLst xmlns:a="http://schemas.openxmlformats.org/drawingml/2006/main">
              <a:ext uri="{FF2B5EF4-FFF2-40B4-BE49-F238E27FC236}">
                <a16:creationId xmlns:a16="http://schemas.microsoft.com/office/drawing/2014/main" id="{862FBA5E-2D96-4C7D-AFE7-E371AB426F22}"/>
              </a:ext>
            </a:extLst>
          </p:cNvPr>
          <p:cNvSpPr>
            <a:spLocks xmlns:a="http://schemas.openxmlformats.org/drawingml/2006/main" noGrp="1"/>
          </p:cNvSpPr>
          <p:nvPr/>
        </p:nvSpPr>
        <p:spPr>
          <a:xfrm xmlns:a="http://schemas.openxmlformats.org/drawingml/2006/main">
            <a:off x="514350" y="6000750"/>
            <a:ext cx="8115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defRPr sz="975" b="1">
                <a:solidFill>
                  <a:srgbClr val="074B82"/>
                </a:solidFill>
                <a:latin typeface="Arial"/>
                <a:ea typeface="Arial"/>
                <a:cs typeface="Arial"/>
              </a:defRPr>
            </a:pPr>
            <a:r>
              <a:rPr sz="975" b="1">
                <a:solidFill>
                  <a:srgbClr val="074B82"/>
                </a:solidFill>
                <a:latin typeface="Arial"/>
                <a:ea typeface="Arial"/>
                <a:cs typeface="Arial"/>
              </a:rPr>
              <a:t>Upload an MP4, tune the event model, review synchronized outputs, and export the overlay video   |   jackeysz.github.io/EE5110</a:t>
            </a:r>
          </a:p>
        </p:txBody>
      </p:sp>
    </p:spTree>
    <p:extLst>
      <p:ext uri="{BB962C8B-B14F-4D97-AF65-F5344CB8AC3E}">
        <p14:creationId xmlns:p14="http://schemas.microsoft.com/office/powerpoint/2010/main" val="137932473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7" name="title-band">
            <a:extLst xmlns:a="http://schemas.openxmlformats.org/drawingml/2006/main">
              <a:ext uri="{FF2B5EF4-FFF2-40B4-BE49-F238E27FC236}">
                <a16:creationId xmlns:a16="http://schemas.microsoft.com/office/drawing/2014/main" id="{766CB3E2-88C3-4A9A-A0DE-D86FC9D84177}"/>
              </a:ext>
            </a:extLst>
          </p:cNvPr>
          <p:cNvSpPr>
            <a:spLocks xmlns:a="http://schemas.openxmlformats.org/drawingml/2006/main" noGrp="1"/>
          </p:cNvSpPr>
          <p:nvPr/>
        </p:nvSpPr>
        <p:spPr>
          <a:xfrm xmlns:a="http://schemas.openxmlformats.org/drawingml/2006/main">
            <a:off x="0" y="0"/>
            <a:ext cx="9144000" cy="838200"/>
          </a:xfrm>
          <a:prstGeom xmlns:a="http://schemas.openxmlformats.org/drawingml/2006/main" prst="rect">
            <a:avLst/>
          </a:prstGeom>
          <a:solidFill xmlns:a="http://schemas.openxmlformats.org/drawingml/2006/main">
            <a:srgbClr val="F0F0F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矩形 1">
            <a:extLst xmlns:a="http://schemas.openxmlformats.org/drawingml/2006/main">
              <a:ext uri="{FF2B5EF4-FFF2-40B4-BE49-F238E27FC236}">
                <a16:creationId xmlns:a16="http://schemas.microsoft.com/office/drawing/2014/main" id="{1E4165A5-E845-4382-9674-DBB6C82C2E5F}"/>
              </a:ext>
            </a:extLst>
          </p:cNvPr>
          <p:cNvSpPr>
            <a:spLocks xmlns:a="http://schemas.openxmlformats.org/drawingml/2006/main" noGrp="1"/>
          </p:cNvSpPr>
          <p:nvPr/>
        </p:nvSpPr>
        <p:spPr>
          <a:xfrm xmlns:a="http://schemas.openxmlformats.org/drawingml/2006/main">
            <a:off x="361950" y="219075"/>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350" b="1" i="0">
                <a:solidFill>
                  <a:srgbClr val="074B82"/>
                </a:solidFill>
                <a:latin typeface="Arial"/>
                <a:ea typeface="Arial"/>
                <a:cs typeface="Arial"/>
              </a:defRPr>
            </a:pPr>
            <a:r>
              <a:rPr sz="1350" b="1" i="0">
                <a:solidFill>
                  <a:srgbClr val="074B82"/>
                </a:solidFill>
                <a:latin typeface="Arial"/>
                <a:ea typeface="Arial"/>
                <a:cs typeface="Arial"/>
              </a:rPr>
              <a:t>EE5110 / EE6110</a:t>
            </a:r>
            <a:endParaRPr sz="1350" b="1" i="0">
              <a:solidFill>
                <a:srgbClr val="074B82"/>
              </a:solidFill>
              <a:latin typeface="Arial"/>
              <a:ea typeface="Arial"/>
              <a:cs typeface="Arial"/>
            </a:endParaRPr>
          </a:p>
        </p:txBody>
      </p:sp>
      <p:sp>
        <p:nvSpPr>
          <p:cNvPr id="3" name="矩形 2">
            <a:extLst xmlns:a="http://schemas.openxmlformats.org/drawingml/2006/main">
              <a:ext uri="{FF2B5EF4-FFF2-40B4-BE49-F238E27FC236}">
                <a16:creationId xmlns:a16="http://schemas.microsoft.com/office/drawing/2014/main" id="{77F93BBD-821D-4ADD-9B47-D61404944755}"/>
              </a:ext>
            </a:extLst>
          </p:cNvPr>
          <p:cNvSpPr>
            <a:spLocks xmlns:a="http://schemas.openxmlformats.org/drawingml/2006/main" noGrp="1"/>
          </p:cNvSpPr>
          <p:nvPr/>
        </p:nvSpPr>
        <p:spPr>
          <a:xfrm xmlns:a="http://schemas.openxmlformats.org/drawingml/2006/main">
            <a:off x="3162300" y="18859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425" b="1" i="0">
                <a:solidFill>
                  <a:srgbClr val="C8180A"/>
                </a:solidFill>
                <a:latin typeface="Arial"/>
                <a:ea typeface="Arial"/>
                <a:cs typeface="Arial"/>
              </a:defRPr>
            </a:pPr>
            <a:r>
              <a:rPr sz="1425" b="1" i="0">
                <a:solidFill>
                  <a:srgbClr val="C8180A"/>
                </a:solidFill>
                <a:latin typeface="Arial"/>
                <a:ea typeface="Arial"/>
                <a:cs typeface="Arial"/>
              </a:rPr>
              <a:t>SECTION 0</a:t>
            </a:r>
            <a:r>
              <a:rPr sz="1425" b="1">
                <a:solidFill>
                  <a:srgbClr val="C8180A"/>
                </a:solidFill>
                <a:latin typeface="Arial"/>
                <a:ea typeface="Arial"/>
                <a:cs typeface="Arial"/>
              </a:rPr>
              <a:t>5</a:t>
            </a:r>
            <a:endParaRPr sz="1425" b="1" i="0">
              <a:solidFill>
                <a:srgbClr val="C8180A"/>
              </a:solidFill>
              <a:latin typeface="Arial"/>
              <a:ea typeface="Arial"/>
              <a:cs typeface="Arial"/>
            </a:endParaRPr>
          </a:p>
        </p:txBody>
      </p:sp>
      <p:sp>
        <p:nvSpPr>
          <p:cNvPr id="4" name="矩形 3">
            <a:extLst xmlns:a="http://schemas.openxmlformats.org/drawingml/2006/main">
              <a:ext uri="{FF2B5EF4-FFF2-40B4-BE49-F238E27FC236}">
                <a16:creationId xmlns:a16="http://schemas.microsoft.com/office/drawing/2014/main" id="{A3ECE9F9-08EE-4ACF-8A09-0A5D9555CBB8}"/>
              </a:ext>
            </a:extLst>
          </p:cNvPr>
          <p:cNvSpPr>
            <a:spLocks xmlns:a="http://schemas.openxmlformats.org/drawingml/2006/main" noGrp="1"/>
          </p:cNvSpPr>
          <p:nvPr/>
        </p:nvSpPr>
        <p:spPr>
          <a:xfrm xmlns:a="http://schemas.openxmlformats.org/drawingml/2006/main">
            <a:off x="571500" y="1428750"/>
            <a:ext cx="2286000" cy="2143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9300" b="1" i="0">
                <a:solidFill>
                  <a:srgbClr val="DCE9F3"/>
                </a:solidFill>
                <a:latin typeface="Arial"/>
                <a:ea typeface="Arial"/>
                <a:cs typeface="Arial"/>
              </a:defRPr>
            </a:pPr>
            <a:r>
              <a:rPr sz="9300" b="1" i="0">
                <a:solidFill>
                  <a:srgbClr val="DCE9F3"/>
                </a:solidFill>
                <a:latin typeface="Arial"/>
                <a:ea typeface="Arial"/>
                <a:cs typeface="Arial"/>
              </a:rPr>
              <a:t>0</a:t>
            </a:r>
            <a:r>
              <a:rPr sz="9300" b="1" i="0">
                <a:solidFill>
                  <a:srgbClr val="DCE9F3"/>
                </a:solidFill>
                <a:latin typeface="Arial"/>
                <a:ea typeface="Arial"/>
                <a:cs typeface="Arial"/>
              </a:rPr>
              <a:t>5</a:t>
            </a:r>
            <a:endParaRPr sz="9300" b="1" i="0">
              <a:solidFill>
                <a:srgbClr val="DCE9F3"/>
              </a:solidFill>
              <a:latin typeface="Arial"/>
              <a:ea typeface="Arial"/>
              <a:cs typeface="Arial"/>
            </a:endParaRPr>
          </a:p>
        </p:txBody>
      </p:sp>
      <p:sp>
        <p:nvSpPr>
          <p:cNvPr id="5" name="矩形 4">
            <a:extLst xmlns:a="http://schemas.openxmlformats.org/drawingml/2006/main">
              <a:ext uri="{FF2B5EF4-FFF2-40B4-BE49-F238E27FC236}">
                <a16:creationId xmlns:a16="http://schemas.microsoft.com/office/drawing/2014/main" id="{A86614B5-CA17-430C-86F6-D1F22C6E525F}"/>
              </a:ext>
            </a:extLst>
          </p:cNvPr>
          <p:cNvSpPr>
            <a:spLocks xmlns:a="http://schemas.openxmlformats.org/drawingml/2006/main" noGrp="1"/>
          </p:cNvSpPr>
          <p:nvPr/>
        </p:nvSpPr>
        <p:spPr>
          <a:xfrm xmlns:a="http://schemas.openxmlformats.org/drawingml/2006/main">
            <a:off x="3124200" y="2305050"/>
            <a:ext cx="5334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buNone/>
              <a:defRPr sz="1800" b="1" i="0">
                <a:solidFill>
                  <a:srgbClr val="074B82"/>
                </a:solidFill>
                <a:latin typeface="Arial"/>
                <a:ea typeface="Arial"/>
                <a:cs typeface="Arial"/>
              </a:defRPr>
            </a:pPr>
            <a:r>
              <a:rPr sz="4000" b="1">
                <a:solidFill>
                  <a:srgbClr val="074B82"/>
                </a:solidFill>
                <a:latin typeface="Arial"/>
                <a:ea typeface="Arial"/>
                <a:cs typeface="Arial"/>
              </a:rPr>
              <a:t>Verification</a:t>
            </a:r>
            <a:endParaRPr sz="4000" b="1">
              <a:solidFill>
                <a:srgbClr val="074B82"/>
              </a:solidFill>
              <a:latin typeface="Arial"/>
              <a:ea typeface="Arial"/>
              <a:cs typeface="Arial"/>
            </a:endParaRPr>
          </a:p>
        </p:txBody>
      </p:sp>
      <p:sp>
        <p:nvSpPr>
          <p:cNvPr id="6" name="section-accent">
            <a:extLst xmlns:a="http://schemas.openxmlformats.org/drawingml/2006/main">
              <a:ext uri="{FF2B5EF4-FFF2-40B4-BE49-F238E27FC236}">
                <a16:creationId xmlns:a16="http://schemas.microsoft.com/office/drawing/2014/main" id="{7EF01D1E-8705-4F52-96BC-617E3A7E7EB5}"/>
              </a:ext>
            </a:extLst>
          </p:cNvPr>
          <p:cNvSpPr>
            <a:spLocks xmlns:a="http://schemas.openxmlformats.org/drawingml/2006/main" noGrp="1"/>
          </p:cNvSpPr>
          <p:nvPr/>
        </p:nvSpPr>
        <p:spPr>
          <a:xfrm xmlns:a="http://schemas.openxmlformats.org/drawingml/2006/main">
            <a:off x="3171825" y="3286125"/>
            <a:ext cx="3143250" cy="47625"/>
          </a:xfrm>
          <a:prstGeom xmlns:a="http://schemas.openxmlformats.org/drawingml/2006/main" prst="rect">
            <a:avLst/>
          </a:prstGeom>
          <a:solidFill xmlns:a="http://schemas.openxmlformats.org/drawingml/2006/main">
            <a:srgbClr val="C8180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矩形 6">
            <a:extLst xmlns:a="http://schemas.openxmlformats.org/drawingml/2006/main">
              <a:ext uri="{FF2B5EF4-FFF2-40B4-BE49-F238E27FC236}">
                <a16:creationId xmlns:a16="http://schemas.microsoft.com/office/drawing/2014/main" id="{A1872DFA-74EB-4797-8F29-868A4ED944CB}"/>
              </a:ext>
            </a:extLst>
          </p:cNvPr>
          <p:cNvSpPr>
            <a:spLocks xmlns:a="http://schemas.openxmlformats.org/drawingml/2006/main" noGrp="1"/>
          </p:cNvSpPr>
          <p:nvPr/>
        </p:nvSpPr>
        <p:spPr>
          <a:xfrm xmlns:a="http://schemas.openxmlformats.org/drawingml/2006/main">
            <a:off x="3143250" y="3562350"/>
            <a:ext cx="4953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buNone/>
              <a:defRPr sz="1725" b="0" i="0">
                <a:solidFill>
                  <a:srgbClr val="555555"/>
                </a:solidFill>
                <a:latin typeface="Arial"/>
                <a:ea typeface="Arial"/>
                <a:cs typeface="Arial"/>
              </a:defRPr>
            </a:pPr>
            <a:r>
              <a:rPr sz="1725">
                <a:solidFill>
                  <a:srgbClr val="555555"/>
                </a:solidFill>
                <a:latin typeface="Arial"/>
                <a:ea typeface="Arial"/>
                <a:cs typeface="Arial"/>
              </a:rPr>
              <a:t>Experiment Results &amp; Analysis</a:t>
            </a:r>
            <a:endParaRPr sz="1725">
              <a:solidFill>
                <a:srgbClr val="555555"/>
              </a:solidFill>
              <a:latin typeface="Arial"/>
              <a:ea typeface="Arial"/>
              <a:cs typeface="Arial"/>
            </a:endParaRPr>
          </a:p>
        </p:txBody>
      </p:sp>
      <p:sp>
        <p:nvSpPr>
          <p:cNvPr id="8" name="矩形 7">
            <a:extLst xmlns:a="http://schemas.openxmlformats.org/drawingml/2006/main">
              <a:ext uri="{FF2B5EF4-FFF2-40B4-BE49-F238E27FC236}">
                <a16:creationId xmlns:a16="http://schemas.microsoft.com/office/drawing/2014/main" id="{951AF723-D449-4186-933A-38BAC131BFDB}"/>
              </a:ext>
            </a:extLst>
          </p:cNvPr>
          <p:cNvSpPr>
            <a:spLocks xmlns:a="http://schemas.openxmlformats.org/drawingml/2006/main" noGrp="1"/>
          </p:cNvSpPr>
          <p:nvPr/>
        </p:nvSpPr>
        <p:spPr>
          <a:xfrm xmlns:a="http://schemas.openxmlformats.org/drawingml/2006/main">
            <a:off x="3162300" y="5067300"/>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1200" b="1" i="0">
                <a:solidFill>
                  <a:srgbClr val="1670C1"/>
                </a:solidFill>
                <a:latin typeface="Arial"/>
                <a:ea typeface="Arial"/>
                <a:cs typeface="Arial"/>
              </a:defRPr>
            </a:pPr>
            <a:r>
              <a:rPr sz="1200" b="1" i="0">
                <a:solidFill>
                  <a:srgbClr val="1670C1"/>
                </a:solidFill>
                <a:latin typeface="Arial"/>
                <a:ea typeface="Arial"/>
                <a:cs typeface="Arial"/>
              </a:rPr>
              <a:t>EVENT CAMERA SIMULATOR</a:t>
            </a:r>
            <a:endParaRPr sz="1200" b="1" i="0">
              <a:solidFill>
                <a:srgbClr val="1670C1"/>
              </a:solidFill>
              <a:latin typeface="Arial"/>
              <a:ea typeface="Arial"/>
              <a:cs typeface="Arial"/>
            </a:endParaRPr>
          </a:p>
        </p:txBody>
      </p:sp>
      <p:sp>
        <p:nvSpPr>
          <p:cNvPr id="9" name="footer-left">
            <a:extLst xmlns:a="http://schemas.openxmlformats.org/drawingml/2006/main">
              <a:ext uri="{FF2B5EF4-FFF2-40B4-BE49-F238E27FC236}">
                <a16:creationId xmlns:a16="http://schemas.microsoft.com/office/drawing/2014/main" id="{3A5108A7-6F78-41AA-9833-FB0EBBE9009A}"/>
              </a:ext>
            </a:extLst>
          </p:cNvPr>
          <p:cNvSpPr>
            <a:spLocks xmlns:a="http://schemas.openxmlformats.org/drawingml/2006/main" noGrp="1"/>
          </p:cNvSpPr>
          <p:nvPr/>
        </p:nvSpPr>
        <p:spPr>
          <a:xfrm xmlns:a="http://schemas.openxmlformats.org/drawingml/2006/main">
            <a:off x="0" y="6629400"/>
            <a:ext cx="3048000" cy="228600"/>
          </a:xfrm>
          <a:prstGeom xmlns:a="http://schemas.openxmlformats.org/drawingml/2006/main" prst="rect">
            <a:avLst/>
          </a:prstGeom>
          <a:solidFill xmlns:a="http://schemas.openxmlformats.org/drawingml/2006/main">
            <a:srgbClr val="C4C5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0" name="footer-center">
            <a:extLst xmlns:a="http://schemas.openxmlformats.org/drawingml/2006/main">
              <a:ext uri="{FF2B5EF4-FFF2-40B4-BE49-F238E27FC236}">
                <a16:creationId xmlns:a16="http://schemas.microsoft.com/office/drawing/2014/main" id="{72CAB494-B422-449E-A0AC-E7B427DB0E11}"/>
              </a:ext>
            </a:extLst>
          </p:cNvPr>
          <p:cNvSpPr>
            <a:spLocks xmlns:a="http://schemas.openxmlformats.org/drawingml/2006/main" noGrp="1"/>
          </p:cNvSpPr>
          <p:nvPr/>
        </p:nvSpPr>
        <p:spPr>
          <a:xfrm xmlns:a="http://schemas.openxmlformats.org/drawingml/2006/main">
            <a:off x="3048000" y="6629400"/>
            <a:ext cx="3048000" cy="228600"/>
          </a:xfrm>
          <a:prstGeom xmlns:a="http://schemas.openxmlformats.org/drawingml/2006/main" prst="rect">
            <a:avLst/>
          </a:prstGeom>
          <a:solidFill xmlns:a="http://schemas.openxmlformats.org/drawingml/2006/main">
            <a:srgbClr val="B8BBD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1" name="footer-right">
            <a:extLst xmlns:a="http://schemas.openxmlformats.org/drawingml/2006/main">
              <a:ext uri="{FF2B5EF4-FFF2-40B4-BE49-F238E27FC236}">
                <a16:creationId xmlns:a16="http://schemas.microsoft.com/office/drawing/2014/main" id="{75D06411-5F57-4816-A516-2AB06F916FAB}"/>
              </a:ext>
            </a:extLst>
          </p:cNvPr>
          <p:cNvSpPr>
            <a:spLocks xmlns:a="http://schemas.openxmlformats.org/drawingml/2006/main" noGrp="1"/>
          </p:cNvSpPr>
          <p:nvPr/>
        </p:nvSpPr>
        <p:spPr>
          <a:xfrm xmlns:a="http://schemas.openxmlformats.org/drawingml/2006/main">
            <a:off x="6096000" y="6629400"/>
            <a:ext cx="2476500" cy="228600"/>
          </a:xfrm>
          <a:prstGeom xmlns:a="http://schemas.openxmlformats.org/drawingml/2006/main" prst="rect">
            <a:avLst/>
          </a:prstGeom>
          <a:solidFill xmlns:a="http://schemas.openxmlformats.org/drawingml/2006/main">
            <a:srgbClr val="C4C5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2" name="footer-page">
            <a:extLst xmlns:a="http://schemas.openxmlformats.org/drawingml/2006/main">
              <a:ext uri="{FF2B5EF4-FFF2-40B4-BE49-F238E27FC236}">
                <a16:creationId xmlns:a16="http://schemas.microsoft.com/office/drawing/2014/main" id="{6C7D33D9-1C48-4CA0-B75E-37DD819A0353}"/>
              </a:ext>
            </a:extLst>
          </p:cNvPr>
          <p:cNvSpPr>
            <a:spLocks xmlns:a="http://schemas.openxmlformats.org/drawingml/2006/main" noGrp="1"/>
          </p:cNvSpPr>
          <p:nvPr/>
        </p:nvSpPr>
        <p:spPr>
          <a:xfrm xmlns:a="http://schemas.openxmlformats.org/drawingml/2006/main">
            <a:off x="8572500" y="6629400"/>
            <a:ext cx="571500" cy="228600"/>
          </a:xfrm>
          <a:prstGeom xmlns:a="http://schemas.openxmlformats.org/drawingml/2006/main" prst="rect">
            <a:avLst/>
          </a:prstGeom>
          <a:solidFill xmlns:a="http://schemas.openxmlformats.org/drawingml/2006/main">
            <a:srgbClr val="B8BBD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4" name="矩形 13">
            <a:extLst xmlns:a="http://schemas.openxmlformats.org/drawingml/2006/main">
              <a:ext uri="{FF2B5EF4-FFF2-40B4-BE49-F238E27FC236}">
                <a16:creationId xmlns:a16="http://schemas.microsoft.com/office/drawing/2014/main" id="{79CD2E86-F4FD-4465-919C-AB411B61C17D}"/>
              </a:ext>
            </a:extLst>
          </p:cNvPr>
          <p:cNvSpPr>
            <a:spLocks xmlns:a="http://schemas.openxmlformats.org/drawingml/2006/main" noGrp="1"/>
          </p:cNvSpPr>
          <p:nvPr/>
        </p:nvSpPr>
        <p:spPr>
          <a:xfrm xmlns:a="http://schemas.openxmlformats.org/drawingml/2006/main">
            <a:off x="3810000" y="66294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EE5110/EE6110</a:t>
            </a:r>
            <a:endParaRPr sz="1050" b="0" i="0">
              <a:solidFill>
                <a:srgbClr val="242424"/>
              </a:solidFill>
              <a:latin typeface="Arial"/>
              <a:ea typeface="Arial"/>
              <a:cs typeface="Arial"/>
            </a:endParaRPr>
          </a:p>
        </p:txBody>
      </p:sp>
      <p:sp>
        <p:nvSpPr>
          <p:cNvPr id="15" name="矩形 14">
            <a:extLst xmlns:a="http://schemas.openxmlformats.org/drawingml/2006/main">
              <a:ext uri="{FF2B5EF4-FFF2-40B4-BE49-F238E27FC236}">
                <a16:creationId xmlns:a16="http://schemas.microsoft.com/office/drawing/2014/main" id="{8B828EA1-47B5-4A57-A099-036B7F5BE55E}"/>
              </a:ext>
            </a:extLst>
          </p:cNvPr>
          <p:cNvSpPr>
            <a:spLocks xmlns:a="http://schemas.openxmlformats.org/drawingml/2006/main" noGrp="1"/>
          </p:cNvSpPr>
          <p:nvPr/>
        </p:nvSpPr>
        <p:spPr>
          <a:xfrm xmlns:a="http://schemas.openxmlformats.org/drawingml/2006/main">
            <a:off x="6572250" y="66294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975" b="0" i="0">
                <a:solidFill>
                  <a:srgbClr val="242424"/>
                </a:solidFill>
                <a:latin typeface="Arial"/>
                <a:ea typeface="Arial"/>
                <a:cs typeface="Arial"/>
              </a:defRPr>
            </a:pPr>
            <a:r>
              <a:rPr sz="975" b="0" i="0">
                <a:solidFill>
                  <a:srgbClr val="242424"/>
                </a:solidFill>
                <a:latin typeface="Arial"/>
                <a:ea typeface="Arial"/>
                <a:cs typeface="Arial"/>
              </a:rPr>
              <a:t>Event Camera Simulator</a:t>
            </a:r>
            <a:endParaRPr sz="975" b="0" i="0">
              <a:solidFill>
                <a:srgbClr val="242424"/>
              </a:solidFill>
              <a:latin typeface="Arial"/>
              <a:ea typeface="Arial"/>
              <a:cs typeface="Arial"/>
            </a:endParaRPr>
          </a:p>
        </p:txBody>
      </p:sp>
      <p:sp>
        <p:nvSpPr>
          <p:cNvPr id="16" name="page-number">
            <a:extLst xmlns:a="http://schemas.openxmlformats.org/drawingml/2006/main">
              <a:ext uri="{FF2B5EF4-FFF2-40B4-BE49-F238E27FC236}">
                <a16:creationId xmlns:a16="http://schemas.microsoft.com/office/drawing/2014/main" id="{17D0BB1E-6A29-4AD6-9925-2FCF9F7197DD}"/>
              </a:ext>
            </a:extLst>
          </p:cNvPr>
          <p:cNvSpPr>
            <a:spLocks xmlns:a="http://schemas.openxmlformats.org/drawingml/2006/main" noGrp="1"/>
          </p:cNvSpPr>
          <p:nvPr/>
        </p:nvSpPr>
        <p:spPr>
          <a:xfrm xmlns:a="http://schemas.openxmlformats.org/drawingml/2006/main">
            <a:off x="8677275" y="66294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a:solidFill>
                  <a:srgbClr val="242424"/>
                </a:solidFill>
                <a:latin typeface="Arial"/>
                <a:ea typeface="Arial"/>
                <a:cs typeface="Arial"/>
              </a:rPr>
              <a:t>15</a:t>
            </a:r>
            <a:endParaRPr sz="1050" b="0" i="0">
              <a:solidFill>
                <a:srgbClr val="242424"/>
              </a:solidFill>
              <a:latin typeface="Arial"/>
              <a:ea typeface="Arial"/>
              <a:cs typeface="Arial"/>
            </a:endParaRPr>
          </a:p>
        </p:txBody>
      </p:sp>
      <p:sp>
        <p:nvSpPr>
          <p:cNvPr id="18" name="矩形 17">
            <a:extLst xmlns:a="http://schemas.openxmlformats.org/drawingml/2006/main">
              <a:ext uri="{FF2B5EF4-FFF2-40B4-BE49-F238E27FC236}">
                <a16:creationId xmlns:a16="http://schemas.microsoft.com/office/drawing/2014/main" id="{41930EA8-DD12-4F6A-96CE-20B09486BE53}"/>
              </a:ext>
            </a:extLst>
          </p:cNvPr>
          <p:cNvSpPr>
            <a:spLocks xmlns:a="http://schemas.openxmlformats.org/drawingml/2006/main" noGrp="1"/>
          </p:cNvSpPr>
          <p:nvPr/>
        </p:nvSpPr>
        <p:spPr>
          <a:xfrm xmlns:a="http://schemas.openxmlformats.org/drawingml/2006/main">
            <a:off x="904875" y="66294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Group</a:t>
            </a:r>
            <a:r>
              <a:rPr sz="1050" b="0" i="0">
                <a:solidFill>
                  <a:srgbClr val="242424"/>
                </a:solidFill>
                <a:latin typeface="Arial"/>
                <a:ea typeface="Arial"/>
                <a:cs typeface="Arial"/>
              </a:rPr>
              <a:t> 1</a:t>
            </a:r>
            <a:r>
              <a:rPr sz="1050" b="0" i="0">
                <a:solidFill>
                  <a:srgbClr val="242424"/>
                </a:solidFill>
                <a:latin typeface="Arial"/>
                <a:ea typeface="Arial"/>
                <a:cs typeface="Arial"/>
              </a:rPr>
              <a:t>3</a:t>
            </a:r>
            <a:endParaRPr sz="1050" b="0" i="0">
              <a:solidFill>
                <a:srgbClr val="242424"/>
              </a:solidFill>
              <a:latin typeface="Arial"/>
              <a:ea typeface="Arial"/>
              <a:cs typeface="Arial"/>
            </a:endParaRPr>
          </a:p>
        </p:txBody>
      </p:sp>
    </p:spTree>
    <p:extLst>
      <p:ext uri="{BB962C8B-B14F-4D97-AF65-F5344CB8AC3E}">
        <p14:creationId xmlns:p14="http://schemas.microsoft.com/office/powerpoint/2010/main" val="53338803"/>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95" name="AutoShape 6">
            <a:extLst xmlns:a="http://schemas.openxmlformats.org/drawingml/2006/main">
              <a:ext uri="{FF2B5EF4-FFF2-40B4-BE49-F238E27FC236}">
                <a16:creationId xmlns:a16="http://schemas.microsoft.com/office/drawing/2014/main" id="{836C1A09-8F61-49AA-A9F6-93EBBC36407B}"/>
              </a:ext>
            </a:extLst>
          </p:cNvPr>
          <p:cNvSpPr>
            <a:spLocks xmlns:a="http://schemas.openxmlformats.org/drawingml/2006/main" noGrp="1"/>
          </p:cNvSpPr>
          <p:nvPr/>
        </p:nvSpPr>
        <p:spPr>
          <a:xfrm xmlns:a="http://schemas.openxmlformats.org/drawingml/2006/main">
            <a:off x="1207134" y="3587750"/>
            <a:ext cx="6604000" cy="1968500"/>
          </a:xfrm>
          <a:prstGeom xmlns:a="http://schemas.openxmlformats.org/drawingml/2006/main" prst="roundRect">
            <a:avLst>
              <a:gd name="adj" fmla="val 0"/>
            </a:avLst>
          </a:prstGeom>
          <a:solidFill xmlns:a="http://schemas.openxmlformats.org/drawingml/2006/main">
            <a:schemeClr val="tx2">
              <a:alpha val="8000"/>
            </a:schemeClr>
          </a:solidFill>
          <a:ln xmlns:a="http://schemas.openxmlformats.org/drawingml/2006/main" w="12700" cmpd="sng">
            <a:solidFill>
              <a:schemeClr val="tx2">
                <a:alpha val="15000"/>
              </a:scheme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76" name="title-band">
            <a:extLst xmlns:a="http://schemas.openxmlformats.org/drawingml/2006/main">
              <a:ext uri="{FF2B5EF4-FFF2-40B4-BE49-F238E27FC236}">
                <a16:creationId xmlns:a16="http://schemas.microsoft.com/office/drawing/2014/main" id="{B9CE23AC-0A35-45FB-AF65-572F9A48BCEE}"/>
              </a:ext>
            </a:extLst>
          </p:cNvPr>
          <p:cNvSpPr>
            <a:spLocks xmlns:a="http://schemas.openxmlformats.org/drawingml/2006/main" noGrp="1"/>
          </p:cNvSpPr>
          <p:nvPr/>
        </p:nvSpPr>
        <p:spPr>
          <a:xfrm xmlns:a="http://schemas.openxmlformats.org/drawingml/2006/main">
            <a:off x="0" y="0"/>
            <a:ext cx="9144000" cy="838200"/>
          </a:xfrm>
          <a:prstGeom xmlns:a="http://schemas.openxmlformats.org/drawingml/2006/main" prst="rect">
            <a:avLst/>
          </a:prstGeom>
          <a:solidFill xmlns:a="http://schemas.openxmlformats.org/drawingml/2006/main">
            <a:srgbClr val="F0F0F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slide-title">
            <a:extLst xmlns:a="http://schemas.openxmlformats.org/drawingml/2006/main">
              <a:ext uri="{FF2B5EF4-FFF2-40B4-BE49-F238E27FC236}">
                <a16:creationId xmlns:a16="http://schemas.microsoft.com/office/drawing/2014/main" id="{46BEE0D8-C3B1-4B25-A970-65C8DC603F15}"/>
              </a:ext>
            </a:extLst>
          </p:cNvPr>
          <p:cNvSpPr>
            <a:spLocks xmlns:a="http://schemas.openxmlformats.org/drawingml/2006/main" noGrp="1"/>
          </p:cNvSpPr>
          <p:nvPr/>
        </p:nvSpPr>
        <p:spPr>
          <a:xfrm xmlns:a="http://schemas.openxmlformats.org/drawingml/2006/main">
            <a:off x="323850" y="133350"/>
            <a:ext cx="7048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2550" b="0" i="0">
                <a:solidFill>
                  <a:srgbClr val="074B82"/>
                </a:solidFill>
                <a:latin typeface="Arial"/>
                <a:ea typeface="Arial"/>
                <a:cs typeface="Arial"/>
              </a:defRPr>
            </a:pPr>
            <a:r>
              <a:rPr sz="2550">
                <a:solidFill>
                  <a:srgbClr val="074B82"/>
                </a:solidFill>
                <a:latin typeface="Arial"/>
                <a:ea typeface="Arial"/>
                <a:cs typeface="Arial"/>
              </a:rPr>
              <a:t>5.1 Test Setup</a:t>
            </a:r>
            <a:endParaRPr sz="2550" b="0" i="0">
              <a:solidFill>
                <a:srgbClr val="074B82"/>
              </a:solidFill>
              <a:latin typeface="Arial"/>
              <a:ea typeface="Arial"/>
              <a:cs typeface="Arial"/>
            </a:endParaRPr>
          </a:p>
        </p:txBody>
      </p:sp>
      <p:sp>
        <p:nvSpPr>
          <p:cNvPr id="68" name="footer-left">
            <a:extLst xmlns:a="http://schemas.openxmlformats.org/drawingml/2006/main">
              <a:ext uri="{FF2B5EF4-FFF2-40B4-BE49-F238E27FC236}">
                <a16:creationId xmlns:a16="http://schemas.microsoft.com/office/drawing/2014/main" id="{FA3FB1C6-BB6A-4D5E-8DE5-AC6C351DF447}"/>
              </a:ext>
            </a:extLst>
          </p:cNvPr>
          <p:cNvSpPr>
            <a:spLocks xmlns:a="http://schemas.openxmlformats.org/drawingml/2006/main" noGrp="1"/>
          </p:cNvSpPr>
          <p:nvPr/>
        </p:nvSpPr>
        <p:spPr>
          <a:xfrm xmlns:a="http://schemas.openxmlformats.org/drawingml/2006/main">
            <a:off x="0" y="6629400"/>
            <a:ext cx="3048000" cy="228600"/>
          </a:xfrm>
          <a:prstGeom xmlns:a="http://schemas.openxmlformats.org/drawingml/2006/main" prst="rect">
            <a:avLst/>
          </a:prstGeom>
          <a:solidFill xmlns:a="http://schemas.openxmlformats.org/drawingml/2006/main">
            <a:srgbClr val="C4C5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9" name="footer-center">
            <a:extLst xmlns:a="http://schemas.openxmlformats.org/drawingml/2006/main">
              <a:ext uri="{FF2B5EF4-FFF2-40B4-BE49-F238E27FC236}">
                <a16:creationId xmlns:a16="http://schemas.microsoft.com/office/drawing/2014/main" id="{F51AE8B3-8E65-4DEA-AEE1-59BA9EEA8A9D}"/>
              </a:ext>
            </a:extLst>
          </p:cNvPr>
          <p:cNvSpPr>
            <a:spLocks xmlns:a="http://schemas.openxmlformats.org/drawingml/2006/main" noGrp="1"/>
          </p:cNvSpPr>
          <p:nvPr/>
        </p:nvSpPr>
        <p:spPr>
          <a:xfrm xmlns:a="http://schemas.openxmlformats.org/drawingml/2006/main">
            <a:off x="3048000" y="6629400"/>
            <a:ext cx="3048000" cy="228600"/>
          </a:xfrm>
          <a:prstGeom xmlns:a="http://schemas.openxmlformats.org/drawingml/2006/main" prst="rect">
            <a:avLst/>
          </a:prstGeom>
          <a:solidFill xmlns:a="http://schemas.openxmlformats.org/drawingml/2006/main">
            <a:srgbClr val="B8BBD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0" name="footer-right">
            <a:extLst xmlns:a="http://schemas.openxmlformats.org/drawingml/2006/main">
              <a:ext uri="{FF2B5EF4-FFF2-40B4-BE49-F238E27FC236}">
                <a16:creationId xmlns:a16="http://schemas.microsoft.com/office/drawing/2014/main" id="{B67D2AF4-9022-4CD7-B508-1A3AF3AD2428}"/>
              </a:ext>
            </a:extLst>
          </p:cNvPr>
          <p:cNvSpPr>
            <a:spLocks xmlns:a="http://schemas.openxmlformats.org/drawingml/2006/main" noGrp="1"/>
          </p:cNvSpPr>
          <p:nvPr/>
        </p:nvSpPr>
        <p:spPr>
          <a:xfrm xmlns:a="http://schemas.openxmlformats.org/drawingml/2006/main">
            <a:off x="6096000" y="6629400"/>
            <a:ext cx="2476500" cy="228600"/>
          </a:xfrm>
          <a:prstGeom xmlns:a="http://schemas.openxmlformats.org/drawingml/2006/main" prst="rect">
            <a:avLst/>
          </a:prstGeom>
          <a:solidFill xmlns:a="http://schemas.openxmlformats.org/drawingml/2006/main">
            <a:srgbClr val="C4C5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1" name="footer-page">
            <a:extLst xmlns:a="http://schemas.openxmlformats.org/drawingml/2006/main">
              <a:ext uri="{FF2B5EF4-FFF2-40B4-BE49-F238E27FC236}">
                <a16:creationId xmlns:a16="http://schemas.microsoft.com/office/drawing/2014/main" id="{64939E08-28AC-4950-91D8-E8BB0A2EBAD2}"/>
              </a:ext>
            </a:extLst>
          </p:cNvPr>
          <p:cNvSpPr>
            <a:spLocks xmlns:a="http://schemas.openxmlformats.org/drawingml/2006/main" noGrp="1"/>
          </p:cNvSpPr>
          <p:nvPr/>
        </p:nvSpPr>
        <p:spPr>
          <a:xfrm xmlns:a="http://schemas.openxmlformats.org/drawingml/2006/main">
            <a:off x="8572500" y="6629400"/>
            <a:ext cx="571500" cy="228600"/>
          </a:xfrm>
          <a:prstGeom xmlns:a="http://schemas.openxmlformats.org/drawingml/2006/main" prst="rect">
            <a:avLst/>
          </a:prstGeom>
          <a:solidFill xmlns:a="http://schemas.openxmlformats.org/drawingml/2006/main">
            <a:srgbClr val="B8BBD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3" name="矩形 72">
            <a:extLst xmlns:a="http://schemas.openxmlformats.org/drawingml/2006/main">
              <a:ext uri="{FF2B5EF4-FFF2-40B4-BE49-F238E27FC236}">
                <a16:creationId xmlns:a16="http://schemas.microsoft.com/office/drawing/2014/main" id="{A5D82A36-1EB3-48AD-A9C3-C53F7F4C192A}"/>
              </a:ext>
            </a:extLst>
          </p:cNvPr>
          <p:cNvSpPr>
            <a:spLocks xmlns:a="http://schemas.openxmlformats.org/drawingml/2006/main" noGrp="1"/>
          </p:cNvSpPr>
          <p:nvPr/>
        </p:nvSpPr>
        <p:spPr>
          <a:xfrm xmlns:a="http://schemas.openxmlformats.org/drawingml/2006/main">
            <a:off x="3810000" y="66294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EE5110/EE6110</a:t>
            </a:r>
            <a:endParaRPr sz="1050" b="0" i="0">
              <a:solidFill>
                <a:srgbClr val="242424"/>
              </a:solidFill>
              <a:latin typeface="Arial"/>
              <a:ea typeface="Arial"/>
              <a:cs typeface="Arial"/>
            </a:endParaRPr>
          </a:p>
        </p:txBody>
      </p:sp>
      <p:sp>
        <p:nvSpPr>
          <p:cNvPr id="74" name="矩形 73">
            <a:extLst xmlns:a="http://schemas.openxmlformats.org/drawingml/2006/main">
              <a:ext uri="{FF2B5EF4-FFF2-40B4-BE49-F238E27FC236}">
                <a16:creationId xmlns:a16="http://schemas.microsoft.com/office/drawing/2014/main" id="{F533758E-9809-487C-BBEE-9B06BF7BA0BC}"/>
              </a:ext>
            </a:extLst>
          </p:cNvPr>
          <p:cNvSpPr>
            <a:spLocks xmlns:a="http://schemas.openxmlformats.org/drawingml/2006/main" noGrp="1"/>
          </p:cNvSpPr>
          <p:nvPr/>
        </p:nvSpPr>
        <p:spPr>
          <a:xfrm xmlns:a="http://schemas.openxmlformats.org/drawingml/2006/main">
            <a:off x="6572250" y="66294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975" b="0" i="0">
                <a:solidFill>
                  <a:srgbClr val="242424"/>
                </a:solidFill>
                <a:latin typeface="Arial"/>
                <a:ea typeface="Arial"/>
                <a:cs typeface="Arial"/>
              </a:defRPr>
            </a:pPr>
            <a:r>
              <a:rPr sz="975" b="0" i="0">
                <a:solidFill>
                  <a:srgbClr val="242424"/>
                </a:solidFill>
                <a:latin typeface="Arial"/>
                <a:ea typeface="Arial"/>
                <a:cs typeface="Arial"/>
              </a:rPr>
              <a:t>Event Camera Simulator</a:t>
            </a:r>
            <a:endParaRPr sz="975" b="0" i="0">
              <a:solidFill>
                <a:srgbClr val="242424"/>
              </a:solidFill>
              <a:latin typeface="Arial"/>
              <a:ea typeface="Arial"/>
              <a:cs typeface="Arial"/>
            </a:endParaRPr>
          </a:p>
        </p:txBody>
      </p:sp>
      <p:sp>
        <p:nvSpPr>
          <p:cNvPr id="75" name="矩形 74">
            <a:extLst xmlns:a="http://schemas.openxmlformats.org/drawingml/2006/main">
              <a:ext uri="{FF2B5EF4-FFF2-40B4-BE49-F238E27FC236}">
                <a16:creationId xmlns:a16="http://schemas.microsoft.com/office/drawing/2014/main" id="{8EB2A02E-A12D-41D2-9E2A-9B1ED7D7E7B6}"/>
              </a:ext>
            </a:extLst>
          </p:cNvPr>
          <p:cNvSpPr>
            <a:spLocks xmlns:a="http://schemas.openxmlformats.org/drawingml/2006/main" noGrp="1"/>
          </p:cNvSpPr>
          <p:nvPr/>
        </p:nvSpPr>
        <p:spPr>
          <a:xfrm xmlns:a="http://schemas.openxmlformats.org/drawingml/2006/main">
            <a:off x="8677275" y="66294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16</a:t>
            </a:r>
            <a:endParaRPr sz="1050" b="0" i="0">
              <a:solidFill>
                <a:srgbClr val="242424"/>
              </a:solidFill>
              <a:latin typeface="Arial"/>
              <a:ea typeface="Arial"/>
              <a:cs typeface="Arial"/>
            </a:endParaRPr>
          </a:p>
        </p:txBody>
      </p:sp>
      <p:sp>
        <p:nvSpPr>
          <p:cNvPr id="77" name="矩形 76">
            <a:extLst xmlns:a="http://schemas.openxmlformats.org/drawingml/2006/main">
              <a:ext uri="{FF2B5EF4-FFF2-40B4-BE49-F238E27FC236}">
                <a16:creationId xmlns:a16="http://schemas.microsoft.com/office/drawing/2014/main" id="{DE4FC110-54A0-4596-803C-C2775823DDE2}"/>
              </a:ext>
            </a:extLst>
          </p:cNvPr>
          <p:cNvSpPr>
            <a:spLocks xmlns:a="http://schemas.openxmlformats.org/drawingml/2006/main" noGrp="1"/>
          </p:cNvSpPr>
          <p:nvPr/>
        </p:nvSpPr>
        <p:spPr>
          <a:xfrm xmlns:a="http://schemas.openxmlformats.org/drawingml/2006/main">
            <a:off x="904875" y="66294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Group</a:t>
            </a:r>
            <a:r>
              <a:rPr sz="1050" b="0" i="0">
                <a:solidFill>
                  <a:srgbClr val="242424"/>
                </a:solidFill>
                <a:latin typeface="Arial"/>
                <a:ea typeface="Arial"/>
                <a:cs typeface="Arial"/>
              </a:rPr>
              <a:t> 1</a:t>
            </a:r>
            <a:r>
              <a:rPr sz="1050" b="0" i="0">
                <a:solidFill>
                  <a:srgbClr val="242424"/>
                </a:solidFill>
                <a:latin typeface="Arial"/>
                <a:ea typeface="Arial"/>
                <a:cs typeface="Arial"/>
              </a:rPr>
              <a:t>3</a:t>
            </a:r>
            <a:endParaRPr sz="1050" b="0" i="0">
              <a:solidFill>
                <a:srgbClr val="242424"/>
              </a:solidFill>
              <a:latin typeface="Arial"/>
              <a:ea typeface="Arial"/>
              <a:cs typeface="Arial"/>
            </a:endParaRPr>
          </a:p>
        </p:txBody>
      </p:sp>
      <p:sp>
        <p:nvSpPr>
          <p:cNvPr id="72" name="AutoShape 6">
            <a:extLst xmlns:a="http://schemas.openxmlformats.org/drawingml/2006/main">
              <a:ext uri="{FF2B5EF4-FFF2-40B4-BE49-F238E27FC236}">
                <a16:creationId xmlns:a16="http://schemas.microsoft.com/office/drawing/2014/main" id="{34C9A06C-D204-4251-A152-B07262F695B0}"/>
              </a:ext>
            </a:extLst>
          </p:cNvPr>
          <p:cNvSpPr>
            <a:spLocks xmlns:a="http://schemas.openxmlformats.org/drawingml/2006/main" noGrp="1"/>
          </p:cNvSpPr>
          <p:nvPr/>
        </p:nvSpPr>
        <p:spPr>
          <a:xfrm xmlns:a="http://schemas.openxmlformats.org/drawingml/2006/main">
            <a:off x="1207134" y="1323975"/>
            <a:ext cx="6604000" cy="1968500"/>
          </a:xfrm>
          <a:prstGeom xmlns:a="http://schemas.openxmlformats.org/drawingml/2006/main" prst="roundRect">
            <a:avLst>
              <a:gd name="adj" fmla="val 0"/>
            </a:avLst>
          </a:prstGeom>
          <a:solidFill xmlns:a="http://schemas.openxmlformats.org/drawingml/2006/main">
            <a:schemeClr val="tx2">
              <a:alpha val="8000"/>
            </a:schemeClr>
          </a:solidFill>
          <a:ln xmlns:a="http://schemas.openxmlformats.org/drawingml/2006/main" w="12700" cmpd="sng">
            <a:solidFill>
              <a:schemeClr val="tx2">
                <a:alpha val="15000"/>
              </a:scheme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78" name="AutoShape 7">
            <a:extLst xmlns:a="http://schemas.openxmlformats.org/drawingml/2006/main">
              <a:ext uri="{FF2B5EF4-FFF2-40B4-BE49-F238E27FC236}">
                <a16:creationId xmlns:a16="http://schemas.microsoft.com/office/drawing/2014/main" id="{8B66389D-0487-4BAD-867E-FF94E26CE339}"/>
              </a:ext>
            </a:extLst>
          </p:cNvPr>
          <p:cNvSpPr>
            <a:spLocks xmlns:a="http://schemas.openxmlformats.org/drawingml/2006/main" noGrp="1"/>
          </p:cNvSpPr>
          <p:nvPr/>
        </p:nvSpPr>
        <p:spPr>
          <a:xfrm xmlns:a="http://schemas.openxmlformats.org/drawingml/2006/main">
            <a:off x="1461134" y="1514475"/>
            <a:ext cx="6096000" cy="3810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marL="0" indent="0" algn="l">
              <a:lnSpc>
                <a:spcPct val="125000"/>
              </a:lnSpc>
              <a:buNone/>
            </a:pPr>
            <a:r>
              <a:rPr sz="1500" b="1">
                <a:solidFill>
                  <a:srgbClr val="074B82"/>
                </a:solidFill>
                <a:latin typeface="Arial"/>
                <a:ea typeface="Arial"/>
                <a:cs typeface="Arial"/>
              </a:rPr>
              <a:t>Core Test Objectives</a:t>
            </a:r>
            <a:endParaRPr sz="1500" b="1">
              <a:solidFill>
                <a:srgbClr val="074B82"/>
              </a:solidFill>
              <a:latin typeface="Arial"/>
              <a:ea typeface="Arial"/>
              <a:cs typeface="Arial"/>
            </a:endParaRPr>
          </a:p>
        </p:txBody>
      </p:sp>
      <p:pic>
        <p:nvPicPr>
          <p:cNvPr id="111" name="Picture 8"/>
          <p:cNvPicPr>
            <a:picLocks xmlns:a="http://schemas.openxmlformats.org/drawingml/2006/main" noChangeAspect="1"/>
          </p:cNvPicPr>
          <p:nvPr/>
        </p:nvPicPr>
        <p:blipFill>
          <a:blip xmlns:r="http://schemas.openxmlformats.org/officeDocument/2006/relationships" xmlns:a="http://schemas.openxmlformats.org/drawingml/2006/main" r:embed="Rc497dab4ebde43cc">
            <a:extLst>
              <a:ext uri="{96DAC541-7B7A-43D3-8B79-37D633B846F1}">
                <asvg:svgBlip xmlns:asvg="http://schemas.microsoft.com/office/drawing/2016/SVG/main" r:embed="R71b171f6dc7b4946"/>
              </a:ext>
            </a:extLst>
          </a:blip>
          <a:stretch xmlns:a="http://schemas.openxmlformats.org/drawingml/2006/main">
            <a:fillRect l="0" t="0" r="0" b="0"/>
          </a:stretch>
        </p:blipFill>
        <p:spPr>
          <a:xfrm xmlns:a="http://schemas.openxmlformats.org/drawingml/2006/main">
            <a:off x="1461134" y="2022475"/>
            <a:ext cx="279400" cy="279400"/>
          </a:xfrm>
          <a:prstGeom xmlns:a="http://schemas.openxmlformats.org/drawingml/2006/main" prst="rect">
            <a:avLst/>
          </a:prstGeom>
        </p:spPr>
      </p:pic>
      <p:sp>
        <p:nvSpPr>
          <p:cNvPr id="80" name="AutoShape 9">
            <a:extLst xmlns:a="http://schemas.openxmlformats.org/drawingml/2006/main">
              <a:ext uri="{FF2B5EF4-FFF2-40B4-BE49-F238E27FC236}">
                <a16:creationId xmlns:a16="http://schemas.microsoft.com/office/drawing/2014/main" id="{8353631E-141D-4BCF-BD45-5B2DC86D18E8}"/>
              </a:ext>
            </a:extLst>
          </p:cNvPr>
          <p:cNvSpPr>
            <a:spLocks xmlns:a="http://schemas.openxmlformats.org/drawingml/2006/main" noGrp="1"/>
          </p:cNvSpPr>
          <p:nvPr/>
        </p:nvSpPr>
        <p:spPr>
          <a:xfrm xmlns:a="http://schemas.openxmlformats.org/drawingml/2006/main">
            <a:off x="1842134" y="1984375"/>
            <a:ext cx="5715000" cy="5080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marL="0" indent="0" algn="l">
              <a:lnSpc>
                <a:spcPct val="100000"/>
              </a:lnSpc>
              <a:buNone/>
            </a:pPr>
            <a:r>
              <a:rPr sz="1500" b="1">
                <a:solidFill>
                  <a:srgbClr val="074B82"/>
                </a:solidFill>
                <a:latin typeface="Arial"/>
                <a:ea typeface="Arial"/>
                <a:cs typeface="Arial"/>
              </a:rPr>
              <a:t>Functionality Check</a:t>
            </a:r>
            <a:br/>
            <a:r>
              <a:rPr sz="1350">
                <a:solidFill>
                  <a:srgbClr val="555555"/>
                </a:solidFill>
                <a:latin typeface="Arial"/>
                <a:ea typeface="Arial"/>
                <a:cs typeface="Arial"/>
              </a:rPr>
              <a:t>Verify I/O interfaces, real-time visualization, and event generation logic for </a:t>
            </a:r>
            <a:r>
              <a:rPr sz="1350">
                <a:solidFill>
                  <a:srgbClr val="555555"/>
                </a:solidFill>
                <a:latin typeface="Arial"/>
                <a:ea typeface="Arial"/>
                <a:cs typeface="Arial"/>
              </a:rPr>
              <a:t>soft</a:t>
            </a:r>
            <a:r>
              <a:rPr sz="1350">
                <a:solidFill>
                  <a:srgbClr val="555555"/>
                </a:solidFill>
                <a:latin typeface="Arial"/>
                <a:ea typeface="Arial"/>
                <a:cs typeface="Arial"/>
              </a:rPr>
              <a:t>ware simulator validation.</a:t>
            </a:r>
            <a:endParaRPr sz="1350">
              <a:solidFill>
                <a:srgbClr val="555555"/>
              </a:solidFill>
              <a:latin typeface="Arial"/>
              <a:ea typeface="Arial"/>
              <a:cs typeface="Arial"/>
            </a:endParaRPr>
          </a:p>
        </p:txBody>
      </p:sp>
      <p:pic>
        <p:nvPicPr>
          <p:cNvPr id="113" name="Picture 10"/>
          <p:cNvPicPr>
            <a:picLocks xmlns:a="http://schemas.openxmlformats.org/drawingml/2006/main" noChangeAspect="1"/>
          </p:cNvPicPr>
          <p:nvPr/>
        </p:nvPicPr>
        <p:blipFill>
          <a:blip xmlns:r="http://schemas.openxmlformats.org/officeDocument/2006/relationships" xmlns:a="http://schemas.openxmlformats.org/drawingml/2006/main" r:embed="R539b0defdb314a8e">
            <a:extLst>
              <a:ext uri="{96DAC541-7B7A-43D3-8B79-37D633B846F1}">
                <asvg:svgBlip xmlns:asvg="http://schemas.microsoft.com/office/drawing/2016/SVG/main" r:embed="Red4b2dec1f5f4be4"/>
              </a:ext>
            </a:extLst>
          </a:blip>
          <a:stretch xmlns:a="http://schemas.openxmlformats.org/drawingml/2006/main">
            <a:fillRect l="0" t="0" r="0" b="0"/>
          </a:stretch>
        </p:blipFill>
        <p:spPr>
          <a:xfrm xmlns:a="http://schemas.openxmlformats.org/drawingml/2006/main">
            <a:off x="1461134" y="2657475"/>
            <a:ext cx="279400" cy="279400"/>
          </a:xfrm>
          <a:prstGeom xmlns:a="http://schemas.openxmlformats.org/drawingml/2006/main" prst="rect">
            <a:avLst/>
          </a:prstGeom>
        </p:spPr>
      </p:pic>
      <p:sp>
        <p:nvSpPr>
          <p:cNvPr id="82" name="AutoShape 11">
            <a:extLst xmlns:a="http://schemas.openxmlformats.org/drawingml/2006/main">
              <a:ext uri="{FF2B5EF4-FFF2-40B4-BE49-F238E27FC236}">
                <a16:creationId xmlns:a16="http://schemas.microsoft.com/office/drawing/2014/main" id="{960ABE8B-C157-4193-918A-83E9B0EE7E7C}"/>
              </a:ext>
            </a:extLst>
          </p:cNvPr>
          <p:cNvSpPr>
            <a:spLocks xmlns:a="http://schemas.openxmlformats.org/drawingml/2006/main" noGrp="1"/>
          </p:cNvSpPr>
          <p:nvPr/>
        </p:nvSpPr>
        <p:spPr>
          <a:xfrm xmlns:a="http://schemas.openxmlformats.org/drawingml/2006/main">
            <a:off x="1842134" y="2619375"/>
            <a:ext cx="5715000" cy="5080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marL="0" indent="0" algn="l">
              <a:lnSpc>
                <a:spcPct val="100000"/>
              </a:lnSpc>
              <a:buNone/>
            </a:pPr>
            <a:r>
              <a:rPr sz="1500" b="1">
                <a:solidFill>
                  <a:srgbClr val="074B82"/>
                </a:solidFill>
                <a:latin typeface="Arial"/>
                <a:ea typeface="Arial"/>
                <a:cs typeface="Arial"/>
              </a:rPr>
              <a:t>End-to-End Pipeline</a:t>
            </a:r>
            <a:br/>
            <a:r>
              <a:rPr sz="1350">
                <a:solidFill>
                  <a:srgbClr val="555555"/>
                </a:solidFill>
                <a:latin typeface="Arial"/>
                <a:ea typeface="Arial"/>
                <a:cs typeface="Arial"/>
              </a:rPr>
              <a:t>Validate the complete workflow from raw video input to NPZ file output with zero data loss.</a:t>
            </a:r>
            <a:endParaRPr sz="1350">
              <a:solidFill>
                <a:srgbClr val="555555"/>
              </a:solidFill>
              <a:latin typeface="Arial"/>
              <a:ea typeface="Arial"/>
              <a:cs typeface="Arial"/>
            </a:endParaRPr>
          </a:p>
        </p:txBody>
      </p:sp>
      <p:sp>
        <p:nvSpPr>
          <p:cNvPr id="84" name="AutoShape 13">
            <a:extLst xmlns:a="http://schemas.openxmlformats.org/drawingml/2006/main">
              <a:ext uri="{FF2B5EF4-FFF2-40B4-BE49-F238E27FC236}">
                <a16:creationId xmlns:a16="http://schemas.microsoft.com/office/drawing/2014/main" id="{7EA3975B-E2B1-47FD-B502-7883E162B838}"/>
              </a:ext>
            </a:extLst>
          </p:cNvPr>
          <p:cNvSpPr>
            <a:spLocks xmlns:a="http://schemas.openxmlformats.org/drawingml/2006/main" noGrp="1"/>
          </p:cNvSpPr>
          <p:nvPr/>
        </p:nvSpPr>
        <p:spPr>
          <a:xfrm xmlns:a="http://schemas.openxmlformats.org/drawingml/2006/main">
            <a:off x="1461134" y="3736975"/>
            <a:ext cx="6096000" cy="3810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marL="0" indent="0" algn="l">
              <a:lnSpc>
                <a:spcPct val="125000"/>
              </a:lnSpc>
              <a:buNone/>
            </a:pPr>
            <a:r>
              <a:rPr sz="1500" b="1">
                <a:solidFill>
                  <a:srgbClr val="074B82"/>
                </a:solidFill>
                <a:latin typeface="Arial"/>
                <a:ea typeface="Arial"/>
                <a:cs typeface="Arial"/>
              </a:rPr>
              <a:t>5 Standardized Synthetic Scenarios</a:t>
            </a:r>
            <a:endParaRPr sz="1500" b="1">
              <a:solidFill>
                <a:srgbClr val="074B82"/>
              </a:solidFill>
              <a:latin typeface="Arial"/>
              <a:ea typeface="Arial"/>
              <a:cs typeface="Arial"/>
            </a:endParaRPr>
          </a:p>
        </p:txBody>
      </p:sp>
      <p:sp>
        <p:nvSpPr>
          <p:cNvPr id="85" name="AutoShape 14">
            <a:extLst xmlns:a="http://schemas.openxmlformats.org/drawingml/2006/main">
              <a:ext uri="{FF2B5EF4-FFF2-40B4-BE49-F238E27FC236}">
                <a16:creationId xmlns:a16="http://schemas.microsoft.com/office/drawing/2014/main" id="{9F9A5105-920D-4551-A8B9-A15315DAF73C}"/>
              </a:ext>
            </a:extLst>
          </p:cNvPr>
          <p:cNvSpPr>
            <a:spLocks xmlns:a="http://schemas.openxmlformats.org/drawingml/2006/main" noGrp="1"/>
          </p:cNvSpPr>
          <p:nvPr/>
        </p:nvSpPr>
        <p:spPr>
          <a:xfrm xmlns:a="http://schemas.openxmlformats.org/drawingml/2006/main">
            <a:off x="1461134" y="4346575"/>
            <a:ext cx="76200" cy="76200"/>
          </a:xfrm>
          <a:prstGeom xmlns:a="http://schemas.openxmlformats.org/drawingml/2006/main" prst="roundRect">
            <a:avLst>
              <a:gd name="adj" fmla="val 0"/>
            </a:avLst>
          </a:prstGeom>
          <a:solidFill xmlns:a="http://schemas.openxmlformats.org/drawingml/2006/main">
            <a:srgbClr val="34D399">
              <a:alpha val="100000"/>
            </a:srgbClr>
          </a:solidFill>
          <a:ln xmlns:a="http://schemas.openxmlformats.org/drawingml/2006/main" w="25400" cmpd="sng">
            <a:no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86" name="AutoShape 15">
            <a:extLst xmlns:a="http://schemas.openxmlformats.org/drawingml/2006/main">
              <a:ext uri="{FF2B5EF4-FFF2-40B4-BE49-F238E27FC236}">
                <a16:creationId xmlns:a16="http://schemas.microsoft.com/office/drawing/2014/main" id="{0423C46D-DAC4-4423-B4D6-3E7C5180042A}"/>
              </a:ext>
            </a:extLst>
          </p:cNvPr>
          <p:cNvSpPr>
            <a:spLocks xmlns:a="http://schemas.openxmlformats.org/drawingml/2006/main" noGrp="1"/>
          </p:cNvSpPr>
          <p:nvPr/>
        </p:nvSpPr>
        <p:spPr>
          <a:xfrm xmlns:a="http://schemas.openxmlformats.org/drawingml/2006/main">
            <a:off x="1651634" y="4270375"/>
            <a:ext cx="2794000" cy="3048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marL="0" indent="0" algn="l">
              <a:lnSpc>
                <a:spcPct val="125000"/>
              </a:lnSpc>
              <a:buNone/>
            </a:pPr>
            <a:r>
              <a:rPr sz="1350">
                <a:solidFill>
                  <a:srgbClr val="555555"/>
                </a:solidFill>
                <a:latin typeface="Arial"/>
                <a:ea typeface="Arial"/>
                <a:cs typeface="Arial"/>
              </a:rPr>
              <a:t>1. Constant Brightness</a:t>
            </a:r>
            <a:endParaRPr sz="1350">
              <a:solidFill>
                <a:srgbClr val="555555"/>
              </a:solidFill>
              <a:latin typeface="Arial"/>
              <a:ea typeface="Arial"/>
              <a:cs typeface="Arial"/>
            </a:endParaRPr>
          </a:p>
        </p:txBody>
      </p:sp>
      <p:sp>
        <p:nvSpPr>
          <p:cNvPr id="87" name="AutoShape 16">
            <a:extLst xmlns:a="http://schemas.openxmlformats.org/drawingml/2006/main">
              <a:ext uri="{FF2B5EF4-FFF2-40B4-BE49-F238E27FC236}">
                <a16:creationId xmlns:a16="http://schemas.microsoft.com/office/drawing/2014/main" id="{08081B76-1EDB-4941-87DE-CC4A56CD718A}"/>
              </a:ext>
            </a:extLst>
          </p:cNvPr>
          <p:cNvSpPr>
            <a:spLocks xmlns:a="http://schemas.openxmlformats.org/drawingml/2006/main" noGrp="1"/>
          </p:cNvSpPr>
          <p:nvPr/>
        </p:nvSpPr>
        <p:spPr>
          <a:xfrm xmlns:a="http://schemas.openxmlformats.org/drawingml/2006/main">
            <a:off x="1461134" y="4727575"/>
            <a:ext cx="76200" cy="76200"/>
          </a:xfrm>
          <a:prstGeom xmlns:a="http://schemas.openxmlformats.org/drawingml/2006/main" prst="roundRect">
            <a:avLst>
              <a:gd name="adj" fmla="val 0"/>
            </a:avLst>
          </a:prstGeom>
          <a:solidFill xmlns:a="http://schemas.openxmlformats.org/drawingml/2006/main">
            <a:srgbClr val="34D399">
              <a:alpha val="100000"/>
            </a:srgbClr>
          </a:solidFill>
          <a:ln xmlns:a="http://schemas.openxmlformats.org/drawingml/2006/main" w="25400" cmpd="sng">
            <a:no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88" name="AutoShape 17">
            <a:extLst xmlns:a="http://schemas.openxmlformats.org/drawingml/2006/main">
              <a:ext uri="{FF2B5EF4-FFF2-40B4-BE49-F238E27FC236}">
                <a16:creationId xmlns:a16="http://schemas.microsoft.com/office/drawing/2014/main" id="{39F7D43D-0251-4C42-8226-E5A6CCBC424E}"/>
              </a:ext>
            </a:extLst>
          </p:cNvPr>
          <p:cNvSpPr>
            <a:spLocks xmlns:a="http://schemas.openxmlformats.org/drawingml/2006/main" noGrp="1"/>
          </p:cNvSpPr>
          <p:nvPr/>
        </p:nvSpPr>
        <p:spPr>
          <a:xfrm xmlns:a="http://schemas.openxmlformats.org/drawingml/2006/main">
            <a:off x="1651634" y="4651375"/>
            <a:ext cx="2794000" cy="3048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marL="0" indent="0" algn="l">
              <a:lnSpc>
                <a:spcPct val="125000"/>
              </a:lnSpc>
              <a:buNone/>
            </a:pPr>
            <a:r>
              <a:rPr sz="1350">
                <a:solidFill>
                  <a:srgbClr val="555555"/>
                </a:solidFill>
                <a:latin typeface="Arial"/>
                <a:ea typeface="Arial"/>
                <a:cs typeface="Arial"/>
              </a:rPr>
              <a:t>2. Brightness Ramp</a:t>
            </a:r>
            <a:endParaRPr sz="1350">
              <a:solidFill>
                <a:srgbClr val="555555"/>
              </a:solidFill>
              <a:latin typeface="Arial"/>
              <a:ea typeface="Arial"/>
              <a:cs typeface="Arial"/>
            </a:endParaRPr>
          </a:p>
        </p:txBody>
      </p:sp>
      <p:sp>
        <p:nvSpPr>
          <p:cNvPr id="89" name="AutoShape 18">
            <a:extLst xmlns:a="http://schemas.openxmlformats.org/drawingml/2006/main">
              <a:ext uri="{FF2B5EF4-FFF2-40B4-BE49-F238E27FC236}">
                <a16:creationId xmlns:a16="http://schemas.microsoft.com/office/drawing/2014/main" id="{11B32C28-C896-4432-99F9-838BC572B312}"/>
              </a:ext>
            </a:extLst>
          </p:cNvPr>
          <p:cNvSpPr>
            <a:spLocks xmlns:a="http://schemas.openxmlformats.org/drawingml/2006/main" noGrp="1"/>
          </p:cNvSpPr>
          <p:nvPr/>
        </p:nvSpPr>
        <p:spPr>
          <a:xfrm xmlns:a="http://schemas.openxmlformats.org/drawingml/2006/main">
            <a:off x="1461134" y="5108575"/>
            <a:ext cx="76200" cy="76200"/>
          </a:xfrm>
          <a:prstGeom xmlns:a="http://schemas.openxmlformats.org/drawingml/2006/main" prst="roundRect">
            <a:avLst>
              <a:gd name="adj" fmla="val 0"/>
            </a:avLst>
          </a:prstGeom>
          <a:solidFill xmlns:a="http://schemas.openxmlformats.org/drawingml/2006/main">
            <a:srgbClr val="34D399">
              <a:alpha val="100000"/>
            </a:srgbClr>
          </a:solidFill>
          <a:ln xmlns:a="http://schemas.openxmlformats.org/drawingml/2006/main" w="25400" cmpd="sng">
            <a:no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90" name="AutoShape 19">
            <a:extLst xmlns:a="http://schemas.openxmlformats.org/drawingml/2006/main">
              <a:ext uri="{FF2B5EF4-FFF2-40B4-BE49-F238E27FC236}">
                <a16:creationId xmlns:a16="http://schemas.microsoft.com/office/drawing/2014/main" id="{0C04527B-99C2-4931-A59D-9D3AF61E052F}"/>
              </a:ext>
            </a:extLst>
          </p:cNvPr>
          <p:cNvSpPr>
            <a:spLocks xmlns:a="http://schemas.openxmlformats.org/drawingml/2006/main" noGrp="1"/>
          </p:cNvSpPr>
          <p:nvPr/>
        </p:nvSpPr>
        <p:spPr>
          <a:xfrm xmlns:a="http://schemas.openxmlformats.org/drawingml/2006/main">
            <a:off x="1651634" y="5032375"/>
            <a:ext cx="2794000" cy="3048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marL="0" indent="0" algn="l">
              <a:lnSpc>
                <a:spcPct val="125000"/>
              </a:lnSpc>
              <a:buNone/>
            </a:pPr>
            <a:r>
              <a:rPr sz="1350">
                <a:solidFill>
                  <a:srgbClr val="555555"/>
                </a:solidFill>
                <a:latin typeface="Arial"/>
                <a:ea typeface="Arial"/>
                <a:cs typeface="Arial"/>
              </a:rPr>
              <a:t>3. Moving Bar</a:t>
            </a:r>
            <a:endParaRPr sz="1350">
              <a:solidFill>
                <a:srgbClr val="555555"/>
              </a:solidFill>
              <a:latin typeface="Arial"/>
              <a:ea typeface="Arial"/>
              <a:cs typeface="Arial"/>
            </a:endParaRPr>
          </a:p>
        </p:txBody>
      </p:sp>
      <p:sp>
        <p:nvSpPr>
          <p:cNvPr id="91" name="AutoShape 20">
            <a:extLst xmlns:a="http://schemas.openxmlformats.org/drawingml/2006/main">
              <a:ext uri="{FF2B5EF4-FFF2-40B4-BE49-F238E27FC236}">
                <a16:creationId xmlns:a16="http://schemas.microsoft.com/office/drawing/2014/main" id="{25ECC3C2-3F1E-4E3C-9170-63B451977163}"/>
              </a:ext>
            </a:extLst>
          </p:cNvPr>
          <p:cNvSpPr>
            <a:spLocks xmlns:a="http://schemas.openxmlformats.org/drawingml/2006/main" noGrp="1"/>
          </p:cNvSpPr>
          <p:nvPr/>
        </p:nvSpPr>
        <p:spPr>
          <a:xfrm xmlns:a="http://schemas.openxmlformats.org/drawingml/2006/main">
            <a:off x="4382134" y="4346575"/>
            <a:ext cx="76200" cy="76200"/>
          </a:xfrm>
          <a:prstGeom xmlns:a="http://schemas.openxmlformats.org/drawingml/2006/main" prst="roundRect">
            <a:avLst>
              <a:gd name="adj" fmla="val 0"/>
            </a:avLst>
          </a:prstGeom>
          <a:solidFill xmlns:a="http://schemas.openxmlformats.org/drawingml/2006/main">
            <a:srgbClr val="34D399">
              <a:alpha val="100000"/>
            </a:srgbClr>
          </a:solidFill>
          <a:ln xmlns:a="http://schemas.openxmlformats.org/drawingml/2006/main" w="25400" cmpd="sng">
            <a:no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92" name="AutoShape 21">
            <a:extLst xmlns:a="http://schemas.openxmlformats.org/drawingml/2006/main">
              <a:ext uri="{FF2B5EF4-FFF2-40B4-BE49-F238E27FC236}">
                <a16:creationId xmlns:a16="http://schemas.microsoft.com/office/drawing/2014/main" id="{957D2D01-5A8B-45CA-8890-803AB45E5094}"/>
              </a:ext>
            </a:extLst>
          </p:cNvPr>
          <p:cNvSpPr>
            <a:spLocks xmlns:a="http://schemas.openxmlformats.org/drawingml/2006/main" noGrp="1"/>
          </p:cNvSpPr>
          <p:nvPr/>
        </p:nvSpPr>
        <p:spPr>
          <a:xfrm xmlns:a="http://schemas.openxmlformats.org/drawingml/2006/main">
            <a:off x="4572634" y="4270375"/>
            <a:ext cx="2794000" cy="3048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marL="0" indent="0" algn="l">
              <a:lnSpc>
                <a:spcPct val="125000"/>
              </a:lnSpc>
              <a:buNone/>
            </a:pPr>
            <a:r>
              <a:rPr sz="1350">
                <a:solidFill>
                  <a:srgbClr val="555555"/>
                </a:solidFill>
                <a:latin typeface="Arial"/>
                <a:ea typeface="Arial"/>
                <a:cs typeface="Arial"/>
              </a:rPr>
              <a:t>4. Fast Motion</a:t>
            </a:r>
            <a:endParaRPr sz="1350">
              <a:solidFill>
                <a:srgbClr val="555555"/>
              </a:solidFill>
              <a:latin typeface="Arial"/>
              <a:ea typeface="Arial"/>
              <a:cs typeface="Arial"/>
            </a:endParaRPr>
          </a:p>
        </p:txBody>
      </p:sp>
      <p:sp>
        <p:nvSpPr>
          <p:cNvPr id="93" name="AutoShape 22">
            <a:extLst xmlns:a="http://schemas.openxmlformats.org/drawingml/2006/main">
              <a:ext uri="{FF2B5EF4-FFF2-40B4-BE49-F238E27FC236}">
                <a16:creationId xmlns:a16="http://schemas.microsoft.com/office/drawing/2014/main" id="{C2D6100D-CB61-4207-9138-74B2A55FFEA6}"/>
              </a:ext>
            </a:extLst>
          </p:cNvPr>
          <p:cNvSpPr>
            <a:spLocks xmlns:a="http://schemas.openxmlformats.org/drawingml/2006/main" noGrp="1"/>
          </p:cNvSpPr>
          <p:nvPr/>
        </p:nvSpPr>
        <p:spPr>
          <a:xfrm xmlns:a="http://schemas.openxmlformats.org/drawingml/2006/main">
            <a:off x="4382134" y="4727575"/>
            <a:ext cx="76200" cy="76200"/>
          </a:xfrm>
          <a:prstGeom xmlns:a="http://schemas.openxmlformats.org/drawingml/2006/main" prst="roundRect">
            <a:avLst>
              <a:gd name="adj" fmla="val 0"/>
            </a:avLst>
          </a:prstGeom>
          <a:solidFill xmlns:a="http://schemas.openxmlformats.org/drawingml/2006/main">
            <a:srgbClr val="34D399">
              <a:alpha val="100000"/>
            </a:srgbClr>
          </a:solidFill>
          <a:ln xmlns:a="http://schemas.openxmlformats.org/drawingml/2006/main" w="25400" cmpd="sng">
            <a:no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94" name="AutoShape 23">
            <a:extLst xmlns:a="http://schemas.openxmlformats.org/drawingml/2006/main">
              <a:ext uri="{FF2B5EF4-FFF2-40B4-BE49-F238E27FC236}">
                <a16:creationId xmlns:a16="http://schemas.microsoft.com/office/drawing/2014/main" id="{ADC484B0-DA7A-44B6-9BF9-FC2662135837}"/>
              </a:ext>
            </a:extLst>
          </p:cNvPr>
          <p:cNvSpPr>
            <a:spLocks xmlns:a="http://schemas.openxmlformats.org/drawingml/2006/main" noGrp="1"/>
          </p:cNvSpPr>
          <p:nvPr/>
        </p:nvSpPr>
        <p:spPr>
          <a:xfrm xmlns:a="http://schemas.openxmlformats.org/drawingml/2006/main">
            <a:off x="4572634" y="4651375"/>
            <a:ext cx="2794000" cy="3048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marL="0" indent="0" algn="l">
              <a:lnSpc>
                <a:spcPct val="125000"/>
              </a:lnSpc>
              <a:buNone/>
            </a:pPr>
            <a:r>
              <a:rPr sz="1350">
                <a:solidFill>
                  <a:srgbClr val="555555"/>
                </a:solidFill>
                <a:latin typeface="Arial"/>
                <a:ea typeface="Arial"/>
                <a:cs typeface="Arial"/>
              </a:rPr>
              <a:t>5. Low Contrast</a:t>
            </a:r>
            <a:endParaRPr sz="1350">
              <a:solidFill>
                <a:srgbClr val="555555"/>
              </a:solidFill>
              <a:latin typeface="Arial"/>
              <a:ea typeface="Arial"/>
              <a:cs typeface="Arial"/>
            </a:endParaRPr>
          </a:p>
        </p:txBody>
      </p:sp>
    </p:spTree>
    <p:extLst>
      <p:ext uri="{BB962C8B-B14F-4D97-AF65-F5344CB8AC3E}">
        <p14:creationId xmlns:p14="http://schemas.microsoft.com/office/powerpoint/2010/main" val="2113806481"/>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76" name="title-band">
            <a:extLst xmlns:a="http://schemas.openxmlformats.org/drawingml/2006/main">
              <a:ext uri="{FF2B5EF4-FFF2-40B4-BE49-F238E27FC236}">
                <a16:creationId xmlns:a16="http://schemas.microsoft.com/office/drawing/2014/main" id="{7C11822E-4E67-4C42-899D-3F8F4D316FB7}"/>
              </a:ext>
            </a:extLst>
          </p:cNvPr>
          <p:cNvSpPr>
            <a:spLocks xmlns:a="http://schemas.openxmlformats.org/drawingml/2006/main" noGrp="1"/>
          </p:cNvSpPr>
          <p:nvPr/>
        </p:nvSpPr>
        <p:spPr>
          <a:xfrm xmlns:a="http://schemas.openxmlformats.org/drawingml/2006/main">
            <a:off x="0" y="0"/>
            <a:ext cx="9144000" cy="838200"/>
          </a:xfrm>
          <a:prstGeom xmlns:a="http://schemas.openxmlformats.org/drawingml/2006/main" prst="rect">
            <a:avLst/>
          </a:prstGeom>
          <a:solidFill xmlns:a="http://schemas.openxmlformats.org/drawingml/2006/main">
            <a:srgbClr val="F0F0F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slide-title">
            <a:extLst xmlns:a="http://schemas.openxmlformats.org/drawingml/2006/main">
              <a:ext uri="{FF2B5EF4-FFF2-40B4-BE49-F238E27FC236}">
                <a16:creationId xmlns:a16="http://schemas.microsoft.com/office/drawing/2014/main" id="{AAB8D5B6-8E1A-4F8D-95F4-1E0B4BE1E485}"/>
              </a:ext>
            </a:extLst>
          </p:cNvPr>
          <p:cNvSpPr>
            <a:spLocks xmlns:a="http://schemas.openxmlformats.org/drawingml/2006/main" noGrp="1"/>
          </p:cNvSpPr>
          <p:nvPr/>
        </p:nvSpPr>
        <p:spPr>
          <a:xfrm xmlns:a="http://schemas.openxmlformats.org/drawingml/2006/main">
            <a:off x="323850" y="133350"/>
            <a:ext cx="7048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2550" b="0" i="0">
                <a:solidFill>
                  <a:srgbClr val="074B82"/>
                </a:solidFill>
                <a:latin typeface="Arial"/>
                <a:ea typeface="Arial"/>
                <a:cs typeface="Arial"/>
              </a:defRPr>
            </a:pPr>
            <a:r>
              <a:rPr sz="2550">
                <a:solidFill>
                  <a:srgbClr val="074B82"/>
                </a:solidFill>
                <a:latin typeface="Arial"/>
                <a:ea typeface="Arial"/>
                <a:cs typeface="Arial"/>
              </a:rPr>
              <a:t>5.2 Parameter-sweep Setup</a:t>
            </a:r>
            <a:endParaRPr sz="2550" b="0" i="0">
              <a:solidFill>
                <a:srgbClr val="074B82"/>
              </a:solidFill>
              <a:latin typeface="Arial"/>
              <a:ea typeface="Arial"/>
              <a:cs typeface="Arial"/>
            </a:endParaRPr>
          </a:p>
        </p:txBody>
      </p:sp>
      <p:sp>
        <p:nvSpPr>
          <p:cNvPr id="68" name="footer-left">
            <a:extLst xmlns:a="http://schemas.openxmlformats.org/drawingml/2006/main">
              <a:ext uri="{FF2B5EF4-FFF2-40B4-BE49-F238E27FC236}">
                <a16:creationId xmlns:a16="http://schemas.microsoft.com/office/drawing/2014/main" id="{50868E1E-E03E-4855-A0C9-D8B235FF2D7D}"/>
              </a:ext>
            </a:extLst>
          </p:cNvPr>
          <p:cNvSpPr>
            <a:spLocks xmlns:a="http://schemas.openxmlformats.org/drawingml/2006/main" noGrp="1"/>
          </p:cNvSpPr>
          <p:nvPr/>
        </p:nvSpPr>
        <p:spPr>
          <a:xfrm xmlns:a="http://schemas.openxmlformats.org/drawingml/2006/main">
            <a:off x="0" y="6629400"/>
            <a:ext cx="3048000" cy="228600"/>
          </a:xfrm>
          <a:prstGeom xmlns:a="http://schemas.openxmlformats.org/drawingml/2006/main" prst="rect">
            <a:avLst/>
          </a:prstGeom>
          <a:solidFill xmlns:a="http://schemas.openxmlformats.org/drawingml/2006/main">
            <a:srgbClr val="C4C5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9" name="footer-center">
            <a:extLst xmlns:a="http://schemas.openxmlformats.org/drawingml/2006/main">
              <a:ext uri="{FF2B5EF4-FFF2-40B4-BE49-F238E27FC236}">
                <a16:creationId xmlns:a16="http://schemas.microsoft.com/office/drawing/2014/main" id="{FE90671D-498D-4178-8442-EF66704EB547}"/>
              </a:ext>
            </a:extLst>
          </p:cNvPr>
          <p:cNvSpPr>
            <a:spLocks xmlns:a="http://schemas.openxmlformats.org/drawingml/2006/main" noGrp="1"/>
          </p:cNvSpPr>
          <p:nvPr/>
        </p:nvSpPr>
        <p:spPr>
          <a:xfrm xmlns:a="http://schemas.openxmlformats.org/drawingml/2006/main">
            <a:off x="3048000" y="6629400"/>
            <a:ext cx="3048000" cy="228600"/>
          </a:xfrm>
          <a:prstGeom xmlns:a="http://schemas.openxmlformats.org/drawingml/2006/main" prst="rect">
            <a:avLst/>
          </a:prstGeom>
          <a:solidFill xmlns:a="http://schemas.openxmlformats.org/drawingml/2006/main">
            <a:srgbClr val="B8BBD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0" name="footer-right">
            <a:extLst xmlns:a="http://schemas.openxmlformats.org/drawingml/2006/main">
              <a:ext uri="{FF2B5EF4-FFF2-40B4-BE49-F238E27FC236}">
                <a16:creationId xmlns:a16="http://schemas.microsoft.com/office/drawing/2014/main" id="{EADB778B-0D9F-4D50-A572-8A163646E002}"/>
              </a:ext>
            </a:extLst>
          </p:cNvPr>
          <p:cNvSpPr>
            <a:spLocks xmlns:a="http://schemas.openxmlformats.org/drawingml/2006/main" noGrp="1"/>
          </p:cNvSpPr>
          <p:nvPr/>
        </p:nvSpPr>
        <p:spPr>
          <a:xfrm xmlns:a="http://schemas.openxmlformats.org/drawingml/2006/main">
            <a:off x="6096000" y="6629400"/>
            <a:ext cx="2476500" cy="228600"/>
          </a:xfrm>
          <a:prstGeom xmlns:a="http://schemas.openxmlformats.org/drawingml/2006/main" prst="rect">
            <a:avLst/>
          </a:prstGeom>
          <a:solidFill xmlns:a="http://schemas.openxmlformats.org/drawingml/2006/main">
            <a:srgbClr val="C4C5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1" name="footer-page">
            <a:extLst xmlns:a="http://schemas.openxmlformats.org/drawingml/2006/main">
              <a:ext uri="{FF2B5EF4-FFF2-40B4-BE49-F238E27FC236}">
                <a16:creationId xmlns:a16="http://schemas.microsoft.com/office/drawing/2014/main" id="{09EC32E1-93E0-42C6-A807-77DF90C4ED7B}"/>
              </a:ext>
            </a:extLst>
          </p:cNvPr>
          <p:cNvSpPr>
            <a:spLocks xmlns:a="http://schemas.openxmlformats.org/drawingml/2006/main" noGrp="1"/>
          </p:cNvSpPr>
          <p:nvPr/>
        </p:nvSpPr>
        <p:spPr>
          <a:xfrm xmlns:a="http://schemas.openxmlformats.org/drawingml/2006/main">
            <a:off x="8572500" y="6629400"/>
            <a:ext cx="571500" cy="228600"/>
          </a:xfrm>
          <a:prstGeom xmlns:a="http://schemas.openxmlformats.org/drawingml/2006/main" prst="rect">
            <a:avLst/>
          </a:prstGeom>
          <a:solidFill xmlns:a="http://schemas.openxmlformats.org/drawingml/2006/main">
            <a:srgbClr val="B8BBD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3" name="矩形 72">
            <a:extLst xmlns:a="http://schemas.openxmlformats.org/drawingml/2006/main">
              <a:ext uri="{FF2B5EF4-FFF2-40B4-BE49-F238E27FC236}">
                <a16:creationId xmlns:a16="http://schemas.microsoft.com/office/drawing/2014/main" id="{56B9C748-2A9C-4CD0-BDF1-ABBAF290485D}"/>
              </a:ext>
            </a:extLst>
          </p:cNvPr>
          <p:cNvSpPr>
            <a:spLocks xmlns:a="http://schemas.openxmlformats.org/drawingml/2006/main" noGrp="1"/>
          </p:cNvSpPr>
          <p:nvPr/>
        </p:nvSpPr>
        <p:spPr>
          <a:xfrm xmlns:a="http://schemas.openxmlformats.org/drawingml/2006/main">
            <a:off x="3810000" y="66294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EE5110/EE6110</a:t>
            </a:r>
            <a:endParaRPr sz="1050" b="0" i="0">
              <a:solidFill>
                <a:srgbClr val="242424"/>
              </a:solidFill>
              <a:latin typeface="Arial"/>
              <a:ea typeface="Arial"/>
              <a:cs typeface="Arial"/>
            </a:endParaRPr>
          </a:p>
        </p:txBody>
      </p:sp>
      <p:sp>
        <p:nvSpPr>
          <p:cNvPr id="74" name="矩形 73">
            <a:extLst xmlns:a="http://schemas.openxmlformats.org/drawingml/2006/main">
              <a:ext uri="{FF2B5EF4-FFF2-40B4-BE49-F238E27FC236}">
                <a16:creationId xmlns:a16="http://schemas.microsoft.com/office/drawing/2014/main" id="{31F16BC6-82BF-4E18-8DC1-DC7C40124B21}"/>
              </a:ext>
            </a:extLst>
          </p:cNvPr>
          <p:cNvSpPr>
            <a:spLocks xmlns:a="http://schemas.openxmlformats.org/drawingml/2006/main" noGrp="1"/>
          </p:cNvSpPr>
          <p:nvPr/>
        </p:nvSpPr>
        <p:spPr>
          <a:xfrm xmlns:a="http://schemas.openxmlformats.org/drawingml/2006/main">
            <a:off x="6572250" y="66294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975" b="0" i="0">
                <a:solidFill>
                  <a:srgbClr val="242424"/>
                </a:solidFill>
                <a:latin typeface="Arial"/>
                <a:ea typeface="Arial"/>
                <a:cs typeface="Arial"/>
              </a:defRPr>
            </a:pPr>
            <a:r>
              <a:rPr sz="975" b="0" i="0">
                <a:solidFill>
                  <a:srgbClr val="242424"/>
                </a:solidFill>
                <a:latin typeface="Arial"/>
                <a:ea typeface="Arial"/>
                <a:cs typeface="Arial"/>
              </a:rPr>
              <a:t>Event Camera Simulator</a:t>
            </a:r>
            <a:endParaRPr sz="975" b="0" i="0">
              <a:solidFill>
                <a:srgbClr val="242424"/>
              </a:solidFill>
              <a:latin typeface="Arial"/>
              <a:ea typeface="Arial"/>
              <a:cs typeface="Arial"/>
            </a:endParaRPr>
          </a:p>
        </p:txBody>
      </p:sp>
      <p:sp>
        <p:nvSpPr>
          <p:cNvPr id="75" name="矩形 74">
            <a:extLst xmlns:a="http://schemas.openxmlformats.org/drawingml/2006/main">
              <a:ext uri="{FF2B5EF4-FFF2-40B4-BE49-F238E27FC236}">
                <a16:creationId xmlns:a16="http://schemas.microsoft.com/office/drawing/2014/main" id="{E200167B-7A49-46B2-9D51-711C90B6708E}"/>
              </a:ext>
            </a:extLst>
          </p:cNvPr>
          <p:cNvSpPr>
            <a:spLocks xmlns:a="http://schemas.openxmlformats.org/drawingml/2006/main" noGrp="1"/>
          </p:cNvSpPr>
          <p:nvPr/>
        </p:nvSpPr>
        <p:spPr>
          <a:xfrm xmlns:a="http://schemas.openxmlformats.org/drawingml/2006/main">
            <a:off x="8677275" y="66294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17</a:t>
            </a:r>
            <a:endParaRPr sz="1050" b="0" i="0">
              <a:solidFill>
                <a:srgbClr val="242424"/>
              </a:solidFill>
              <a:latin typeface="Arial"/>
              <a:ea typeface="Arial"/>
              <a:cs typeface="Arial"/>
            </a:endParaRPr>
          </a:p>
        </p:txBody>
      </p:sp>
      <p:sp>
        <p:nvSpPr>
          <p:cNvPr id="77" name="矩形 76">
            <a:extLst xmlns:a="http://schemas.openxmlformats.org/drawingml/2006/main">
              <a:ext uri="{FF2B5EF4-FFF2-40B4-BE49-F238E27FC236}">
                <a16:creationId xmlns:a16="http://schemas.microsoft.com/office/drawing/2014/main" id="{1A58BBDD-44B1-45CA-BB9B-0B1A0936BC3E}"/>
              </a:ext>
            </a:extLst>
          </p:cNvPr>
          <p:cNvSpPr>
            <a:spLocks xmlns:a="http://schemas.openxmlformats.org/drawingml/2006/main" noGrp="1"/>
          </p:cNvSpPr>
          <p:nvPr/>
        </p:nvSpPr>
        <p:spPr>
          <a:xfrm xmlns:a="http://schemas.openxmlformats.org/drawingml/2006/main">
            <a:off x="904875" y="66294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Group</a:t>
            </a:r>
            <a:r>
              <a:rPr sz="1050" b="0" i="0">
                <a:solidFill>
                  <a:srgbClr val="242424"/>
                </a:solidFill>
                <a:latin typeface="Arial"/>
                <a:ea typeface="Arial"/>
                <a:cs typeface="Arial"/>
              </a:rPr>
              <a:t> 1</a:t>
            </a:r>
            <a:r>
              <a:rPr sz="1050" b="0" i="0">
                <a:solidFill>
                  <a:srgbClr val="242424"/>
                </a:solidFill>
                <a:latin typeface="Arial"/>
                <a:ea typeface="Arial"/>
                <a:cs typeface="Arial"/>
              </a:rPr>
              <a:t>3</a:t>
            </a:r>
            <a:endParaRPr sz="1050" b="0" i="0">
              <a:solidFill>
                <a:srgbClr val="242424"/>
              </a:solidFill>
              <a:latin typeface="Arial"/>
              <a:ea typeface="Arial"/>
              <a:cs typeface="Arial"/>
            </a:endParaRPr>
          </a:p>
        </p:txBody>
      </p:sp>
      <p:sp>
        <p:nvSpPr>
          <p:cNvPr id="72" name="AutoShape 6">
            <a:extLst xmlns:a="http://schemas.openxmlformats.org/drawingml/2006/main">
              <a:ext uri="{FF2B5EF4-FFF2-40B4-BE49-F238E27FC236}">
                <a16:creationId xmlns:a16="http://schemas.microsoft.com/office/drawing/2014/main" id="{320FEE9E-D514-448E-882B-479A34E566E5}"/>
              </a:ext>
            </a:extLst>
          </p:cNvPr>
          <p:cNvSpPr>
            <a:spLocks xmlns:a="http://schemas.openxmlformats.org/drawingml/2006/main" noGrp="1"/>
          </p:cNvSpPr>
          <p:nvPr/>
        </p:nvSpPr>
        <p:spPr>
          <a:xfrm xmlns:a="http://schemas.openxmlformats.org/drawingml/2006/main">
            <a:off x="587374" y="1449387"/>
            <a:ext cx="4055746" cy="1946275"/>
          </a:xfrm>
          <a:prstGeom xmlns:a="http://schemas.openxmlformats.org/drawingml/2006/main" prst="roundRect">
            <a:avLst>
              <a:gd name="adj" fmla="val 0"/>
            </a:avLst>
          </a:prstGeom>
          <a:solidFill xmlns:a="http://schemas.openxmlformats.org/drawingml/2006/main">
            <a:schemeClr val="tx2">
              <a:alpha val="8000"/>
            </a:schemeClr>
          </a:solidFill>
          <a:ln xmlns:a="http://schemas.openxmlformats.org/drawingml/2006/main" w="12700" cmpd="sng">
            <a:solidFill>
              <a:schemeClr val="tx2">
                <a:alpha val="15000"/>
              </a:scheme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78" name="AutoShape 7">
            <a:extLst xmlns:a="http://schemas.openxmlformats.org/drawingml/2006/main">
              <a:ext uri="{FF2B5EF4-FFF2-40B4-BE49-F238E27FC236}">
                <a16:creationId xmlns:a16="http://schemas.microsoft.com/office/drawing/2014/main" id="{ECD22D92-1800-4C0C-975D-5449B82D1869}"/>
              </a:ext>
            </a:extLst>
          </p:cNvPr>
          <p:cNvSpPr>
            <a:spLocks xmlns:a="http://schemas.openxmlformats.org/drawingml/2006/main" noGrp="1"/>
          </p:cNvSpPr>
          <p:nvPr/>
        </p:nvSpPr>
        <p:spPr>
          <a:xfrm xmlns:a="http://schemas.openxmlformats.org/drawingml/2006/main">
            <a:off x="1238250" y="1613694"/>
            <a:ext cx="6096000" cy="3810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marL="0" indent="0" algn="l">
              <a:lnSpc>
                <a:spcPct val="125000"/>
              </a:lnSpc>
              <a:buNone/>
            </a:pPr>
            <a:r>
              <a:rPr sz="1500" b="1">
                <a:solidFill>
                  <a:srgbClr val="074B82"/>
                </a:solidFill>
                <a:latin typeface="Arial"/>
                <a:ea typeface="Arial"/>
                <a:cs typeface="Arial"/>
              </a:rPr>
              <a:t>Swept Parameters</a:t>
            </a:r>
            <a:endParaRPr sz="1500" b="1">
              <a:solidFill>
                <a:srgbClr val="074B82"/>
              </a:solidFill>
              <a:latin typeface="Arial"/>
              <a:ea typeface="Arial"/>
              <a:cs typeface="Arial"/>
            </a:endParaRPr>
          </a:p>
          <a:p xmlns:a="http://schemas.openxmlformats.org/drawingml/2006/main">
            <a:pPr marL="0" indent="0" algn="l">
              <a:lnSpc>
                <a:spcPct val="125000"/>
              </a:lnSpc>
              <a:buNone/>
            </a:pPr>
            <a:endParaRPr sz="1500" b="1">
              <a:solidFill>
                <a:srgbClr val="074B82"/>
              </a:solidFill>
              <a:latin typeface="Arial"/>
              <a:ea typeface="Arial"/>
              <a:cs typeface="Arial"/>
            </a:endParaRPr>
          </a:p>
        </p:txBody>
      </p:sp>
      <p:pic>
        <p:nvPicPr>
          <p:cNvPr id="99" name="Picture 8"/>
          <p:cNvPicPr>
            <a:picLocks xmlns:a="http://schemas.openxmlformats.org/drawingml/2006/main" noChangeAspect="1"/>
          </p:cNvPicPr>
          <p:nvPr/>
        </p:nvPicPr>
        <p:blipFill>
          <a:blip xmlns:r="http://schemas.openxmlformats.org/officeDocument/2006/relationships" xmlns:a="http://schemas.openxmlformats.org/drawingml/2006/main" r:embed="Ra01995b02a81436e">
            <a:extLst>
              <a:ext uri="{96DAC541-7B7A-43D3-8B79-37D633B846F1}">
                <asvg:svgBlip xmlns:asvg="http://schemas.microsoft.com/office/drawing/2016/SVG/main" r:embed="R14d436aa6e464a7f"/>
              </a:ext>
            </a:extLst>
          </a:blip>
          <a:stretch xmlns:a="http://schemas.openxmlformats.org/drawingml/2006/main">
            <a:fillRect l="0" t="0" r="0" b="0"/>
          </a:stretch>
        </p:blipFill>
        <p:spPr>
          <a:xfrm xmlns:a="http://schemas.openxmlformats.org/drawingml/2006/main">
            <a:off x="782954" y="1547811"/>
            <a:ext cx="279400" cy="279400"/>
          </a:xfrm>
          <a:prstGeom xmlns:a="http://schemas.openxmlformats.org/drawingml/2006/main" prst="rect">
            <a:avLst/>
          </a:prstGeom>
        </p:spPr>
      </p:pic>
      <p:sp>
        <p:nvSpPr>
          <p:cNvPr id="80" name="AutoShape 9">
            <a:extLst xmlns:a="http://schemas.openxmlformats.org/drawingml/2006/main">
              <a:ext uri="{FF2B5EF4-FFF2-40B4-BE49-F238E27FC236}">
                <a16:creationId xmlns:a16="http://schemas.microsoft.com/office/drawing/2014/main" id="{3F32DF41-51D3-43E0-A1C4-0800DE8B0F8E}"/>
              </a:ext>
            </a:extLst>
          </p:cNvPr>
          <p:cNvSpPr>
            <a:spLocks xmlns:a="http://schemas.openxmlformats.org/drawingml/2006/main" noGrp="1"/>
          </p:cNvSpPr>
          <p:nvPr/>
        </p:nvSpPr>
        <p:spPr>
          <a:xfrm xmlns:a="http://schemas.openxmlformats.org/drawingml/2006/main">
            <a:off x="824228" y="2109787"/>
            <a:ext cx="3818892" cy="98425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marL="0" indent="0" algn="l">
              <a:lnSpc>
                <a:spcPct val="100000"/>
              </a:lnSpc>
              <a:buNone/>
            </a:pPr>
            <a:r>
              <a:rPr sz="1350">
                <a:solidFill>
                  <a:srgbClr val="555555"/>
                </a:solidFill>
                <a:latin typeface="Arial"/>
                <a:ea typeface="Arial"/>
                <a:cs typeface="Arial"/>
              </a:rPr>
              <a:t>Three core variables are systematically varied to isolate their impact on system performance:</a:t>
            </a:r>
            <a:br/>
            <a:r>
              <a:rPr sz="1350">
                <a:solidFill>
                  <a:srgbClr val="555555"/>
                </a:solidFill>
                <a:latin typeface="Arial"/>
                <a:ea typeface="Arial"/>
                <a:cs typeface="Arial"/>
              </a:rPr>
              <a:t>• Threshold: Sensitivity for event activation</a:t>
            </a:r>
            <a:br/>
            <a:r>
              <a:rPr sz="1350">
                <a:solidFill>
                  <a:srgbClr val="555555"/>
                </a:solidFill>
                <a:latin typeface="Arial"/>
                <a:ea typeface="Arial"/>
                <a:cs typeface="Arial"/>
              </a:rPr>
              <a:t>• Input FPS: Frame rate of the source video stream</a:t>
            </a:r>
            <a:br/>
            <a:r>
              <a:rPr sz="1350">
                <a:solidFill>
                  <a:srgbClr val="555555"/>
                </a:solidFill>
                <a:latin typeface="Arial"/>
                <a:ea typeface="Arial"/>
                <a:cs typeface="Arial"/>
              </a:rPr>
              <a:t>• Noise Level: Controlled injection of sensor noise</a:t>
            </a:r>
            <a:endParaRPr sz="1350">
              <a:solidFill>
                <a:srgbClr val="555555"/>
              </a:solidFill>
              <a:latin typeface="Arial"/>
              <a:ea typeface="Arial"/>
              <a:cs typeface="Arial"/>
            </a:endParaRPr>
          </a:p>
        </p:txBody>
      </p:sp>
      <p:sp>
        <p:nvSpPr>
          <p:cNvPr id="82" name="AutoShape 11">
            <a:extLst xmlns:a="http://schemas.openxmlformats.org/drawingml/2006/main">
              <a:ext uri="{FF2B5EF4-FFF2-40B4-BE49-F238E27FC236}">
                <a16:creationId xmlns:a16="http://schemas.microsoft.com/office/drawing/2014/main" id="{C19DFC82-790B-4CF1-A7A3-1D7C33B11156}"/>
              </a:ext>
            </a:extLst>
          </p:cNvPr>
          <p:cNvSpPr>
            <a:spLocks xmlns:a="http://schemas.openxmlformats.org/drawingml/2006/main" noGrp="1"/>
          </p:cNvSpPr>
          <p:nvPr/>
        </p:nvSpPr>
        <p:spPr>
          <a:xfrm xmlns:a="http://schemas.openxmlformats.org/drawingml/2006/main">
            <a:off x="1842134" y="2619375"/>
            <a:ext cx="5715000" cy="5080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marL="0" indent="0" algn="l">
              <a:lnSpc>
                <a:spcPct val="100000"/>
              </a:lnSpc>
              <a:buNone/>
            </a:pPr>
            <a:endParaRPr sz="1350">
              <a:solidFill>
                <a:srgbClr val="555555"/>
              </a:solidFill>
              <a:latin typeface="Arial"/>
              <a:ea typeface="Arial"/>
              <a:cs typeface="Arial"/>
            </a:endParaRPr>
          </a:p>
        </p:txBody>
      </p:sp>
      <p:sp>
        <p:nvSpPr>
          <p:cNvPr id="7" name="AutoShape 6">
            <a:extLst xmlns:a="http://schemas.openxmlformats.org/drawingml/2006/main">
              <a:ext uri="{FF2B5EF4-FFF2-40B4-BE49-F238E27FC236}">
                <a16:creationId xmlns:a16="http://schemas.microsoft.com/office/drawing/2014/main" id="{1F232D63-695C-494B-8785-6A239AAA39A3}"/>
              </a:ext>
            </a:extLst>
          </p:cNvPr>
          <p:cNvSpPr>
            <a:spLocks xmlns:a="http://schemas.openxmlformats.org/drawingml/2006/main" noGrp="1"/>
          </p:cNvSpPr>
          <p:nvPr/>
        </p:nvSpPr>
        <p:spPr>
          <a:xfrm xmlns:a="http://schemas.openxmlformats.org/drawingml/2006/main">
            <a:off x="4838700" y="1449387"/>
            <a:ext cx="4055746" cy="1946275"/>
          </a:xfrm>
          <a:prstGeom xmlns:a="http://schemas.openxmlformats.org/drawingml/2006/main" prst="roundRect">
            <a:avLst>
              <a:gd name="adj" fmla="val 0"/>
            </a:avLst>
          </a:prstGeom>
          <a:solidFill xmlns:a="http://schemas.openxmlformats.org/drawingml/2006/main">
            <a:schemeClr val="tx2">
              <a:alpha val="8000"/>
            </a:schemeClr>
          </a:solidFill>
          <a:ln xmlns:a="http://schemas.openxmlformats.org/drawingml/2006/main" w="12700" cmpd="sng">
            <a:solidFill>
              <a:schemeClr val="tx2">
                <a:alpha val="15000"/>
              </a:scheme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9" name="AutoShape 9">
            <a:extLst xmlns:a="http://schemas.openxmlformats.org/drawingml/2006/main">
              <a:ext uri="{FF2B5EF4-FFF2-40B4-BE49-F238E27FC236}">
                <a16:creationId xmlns:a16="http://schemas.microsoft.com/office/drawing/2014/main" id="{C408D5F6-48C5-45EA-A79F-2DC3077DF8EB}"/>
              </a:ext>
            </a:extLst>
          </p:cNvPr>
          <p:cNvSpPr>
            <a:spLocks xmlns:a="http://schemas.openxmlformats.org/drawingml/2006/main" noGrp="1"/>
          </p:cNvSpPr>
          <p:nvPr/>
        </p:nvSpPr>
        <p:spPr>
          <a:xfrm xmlns:a="http://schemas.openxmlformats.org/drawingml/2006/main">
            <a:off x="5075554" y="2109787"/>
            <a:ext cx="3496946" cy="98425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marL="0" indent="0" algn="l">
              <a:lnSpc>
                <a:spcPct val="100000"/>
              </a:lnSpc>
              <a:buNone/>
            </a:pPr>
            <a:r>
              <a:rPr sz="1350">
                <a:solidFill>
                  <a:srgbClr val="555555"/>
                </a:solidFill>
                <a:latin typeface="Arial"/>
                <a:ea typeface="Arial"/>
                <a:cs typeface="Arial"/>
              </a:rPr>
              <a:t>Test values from 0.1 to 0.5 (0.1 increments). This sweep analyzes how activation sensitivity impacts event density, detection latency, and false positive rates in dynamic visual scenes.</a:t>
            </a:r>
            <a:endParaRPr sz="1350">
              <a:solidFill>
                <a:srgbClr val="555555"/>
              </a:solidFill>
              <a:latin typeface="Arial"/>
              <a:ea typeface="Arial"/>
              <a:cs typeface="Arial"/>
            </a:endParaRPr>
          </a:p>
        </p:txBody>
      </p:sp>
      <p:sp>
        <p:nvSpPr>
          <p:cNvPr id="10" name="AutoShape 7">
            <a:extLst xmlns:a="http://schemas.openxmlformats.org/drawingml/2006/main">
              <a:ext uri="{FF2B5EF4-FFF2-40B4-BE49-F238E27FC236}">
                <a16:creationId xmlns:a16="http://schemas.microsoft.com/office/drawing/2014/main" id="{F7A4BEAD-CCF4-4540-91D7-AA0DB75881FA}"/>
              </a:ext>
            </a:extLst>
          </p:cNvPr>
          <p:cNvSpPr>
            <a:spLocks xmlns:a="http://schemas.openxmlformats.org/drawingml/2006/main" noGrp="1"/>
          </p:cNvSpPr>
          <p:nvPr/>
        </p:nvSpPr>
        <p:spPr>
          <a:xfrm xmlns:a="http://schemas.openxmlformats.org/drawingml/2006/main">
            <a:off x="5508626" y="1723628"/>
            <a:ext cx="6096000" cy="3810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marL="0" indent="0" algn="l">
              <a:lnSpc>
                <a:spcPct val="125000"/>
              </a:lnSpc>
              <a:buNone/>
            </a:pPr>
            <a:r>
              <a:rPr sz="1500" b="1">
                <a:solidFill>
                  <a:srgbClr val="074B82"/>
                </a:solidFill>
                <a:latin typeface="Arial"/>
                <a:ea typeface="Arial"/>
                <a:cs typeface="Arial"/>
              </a:rPr>
              <a:t>Group 1: Threshold Sensitivity</a:t>
            </a:r>
            <a:endParaRPr sz="1500" b="1">
              <a:solidFill>
                <a:srgbClr val="074B82"/>
              </a:solidFill>
              <a:latin typeface="Arial"/>
              <a:ea typeface="Arial"/>
              <a:cs typeface="Arial"/>
            </a:endParaRPr>
          </a:p>
          <a:p xmlns:a="http://schemas.openxmlformats.org/drawingml/2006/main">
            <a:pPr marL="0" indent="0" algn="l">
              <a:lnSpc>
                <a:spcPct val="125000"/>
              </a:lnSpc>
              <a:buNone/>
            </a:pPr>
            <a:endParaRPr sz="1500" b="1">
              <a:solidFill>
                <a:srgbClr val="074B82"/>
              </a:solidFill>
              <a:latin typeface="Arial"/>
              <a:ea typeface="Arial"/>
              <a:cs typeface="Arial"/>
            </a:endParaRPr>
          </a:p>
          <a:p xmlns:a="http://schemas.openxmlformats.org/drawingml/2006/main">
            <a:pPr marL="0" indent="0" algn="l">
              <a:lnSpc>
                <a:spcPct val="125000"/>
              </a:lnSpc>
              <a:buNone/>
            </a:pPr>
            <a:endParaRPr sz="1500" b="1">
              <a:solidFill>
                <a:srgbClr val="074B82"/>
              </a:solidFill>
              <a:latin typeface="Arial"/>
              <a:ea typeface="Arial"/>
              <a:cs typeface="Arial"/>
            </a:endParaRPr>
          </a:p>
        </p:txBody>
      </p:sp>
      <p:sp>
        <p:nvSpPr>
          <p:cNvPr id="11" name="AutoShape 6">
            <a:extLst xmlns:a="http://schemas.openxmlformats.org/drawingml/2006/main">
              <a:ext uri="{FF2B5EF4-FFF2-40B4-BE49-F238E27FC236}">
                <a16:creationId xmlns:a16="http://schemas.microsoft.com/office/drawing/2014/main" id="{4019115C-8AA4-4C58-B474-81C6440A4C8B}"/>
              </a:ext>
            </a:extLst>
          </p:cNvPr>
          <p:cNvSpPr>
            <a:spLocks xmlns:a="http://schemas.openxmlformats.org/drawingml/2006/main" noGrp="1"/>
          </p:cNvSpPr>
          <p:nvPr/>
        </p:nvSpPr>
        <p:spPr>
          <a:xfrm xmlns:a="http://schemas.openxmlformats.org/drawingml/2006/main">
            <a:off x="587374" y="3735783"/>
            <a:ext cx="4055746" cy="1946275"/>
          </a:xfrm>
          <a:prstGeom xmlns:a="http://schemas.openxmlformats.org/drawingml/2006/main" prst="roundRect">
            <a:avLst>
              <a:gd name="adj" fmla="val 0"/>
            </a:avLst>
          </a:prstGeom>
          <a:solidFill xmlns:a="http://schemas.openxmlformats.org/drawingml/2006/main">
            <a:schemeClr val="tx2">
              <a:alpha val="8000"/>
            </a:schemeClr>
          </a:solidFill>
          <a:ln xmlns:a="http://schemas.openxmlformats.org/drawingml/2006/main" w="12700" cmpd="sng">
            <a:solidFill>
              <a:schemeClr val="tx2">
                <a:alpha val="15000"/>
              </a:scheme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2" name="AutoShape 7">
            <a:extLst xmlns:a="http://schemas.openxmlformats.org/drawingml/2006/main">
              <a:ext uri="{FF2B5EF4-FFF2-40B4-BE49-F238E27FC236}">
                <a16:creationId xmlns:a16="http://schemas.microsoft.com/office/drawing/2014/main" id="{B940CD56-357D-4AE1-A46E-34778514D3B8}"/>
              </a:ext>
            </a:extLst>
          </p:cNvPr>
          <p:cNvSpPr>
            <a:spLocks xmlns:a="http://schemas.openxmlformats.org/drawingml/2006/main" noGrp="1"/>
          </p:cNvSpPr>
          <p:nvPr/>
        </p:nvSpPr>
        <p:spPr>
          <a:xfrm xmlns:a="http://schemas.openxmlformats.org/drawingml/2006/main">
            <a:off x="1238250" y="4044810"/>
            <a:ext cx="6096000" cy="3810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marL="0" indent="0" algn="l">
              <a:lnSpc>
                <a:spcPct val="125000"/>
              </a:lnSpc>
              <a:buNone/>
            </a:pPr>
            <a:r>
              <a:rPr sz="1500" b="1">
                <a:solidFill>
                  <a:srgbClr val="074B82"/>
                </a:solidFill>
                <a:latin typeface="Arial"/>
                <a:ea typeface="Arial"/>
                <a:cs typeface="Arial"/>
              </a:rPr>
              <a:t>Group 2: FPS &amp; Noise Robustness</a:t>
            </a:r>
            <a:endParaRPr sz="1500" b="1">
              <a:solidFill>
                <a:srgbClr val="074B82"/>
              </a:solidFill>
              <a:latin typeface="Arial"/>
              <a:ea typeface="Arial"/>
              <a:cs typeface="Arial"/>
            </a:endParaRPr>
          </a:p>
          <a:p xmlns:a="http://schemas.openxmlformats.org/drawingml/2006/main">
            <a:pPr marL="0" indent="0" algn="l">
              <a:lnSpc>
                <a:spcPct val="125000"/>
              </a:lnSpc>
              <a:buNone/>
            </a:pPr>
            <a:endParaRPr sz="1500" b="1">
              <a:solidFill>
                <a:srgbClr val="074B82"/>
              </a:solidFill>
              <a:latin typeface="Arial"/>
              <a:ea typeface="Arial"/>
              <a:cs typeface="Arial"/>
            </a:endParaRPr>
          </a:p>
          <a:p xmlns:a="http://schemas.openxmlformats.org/drawingml/2006/main">
            <a:pPr marL="0" indent="0" algn="l">
              <a:lnSpc>
                <a:spcPct val="125000"/>
              </a:lnSpc>
              <a:buNone/>
            </a:pPr>
            <a:endParaRPr sz="1500" b="1">
              <a:solidFill>
                <a:srgbClr val="074B82"/>
              </a:solidFill>
              <a:latin typeface="Arial"/>
              <a:ea typeface="Arial"/>
              <a:cs typeface="Arial"/>
            </a:endParaRPr>
          </a:p>
        </p:txBody>
      </p:sp>
      <p:sp>
        <p:nvSpPr>
          <p:cNvPr id="14" name="AutoShape 9">
            <a:extLst xmlns:a="http://schemas.openxmlformats.org/drawingml/2006/main">
              <a:ext uri="{FF2B5EF4-FFF2-40B4-BE49-F238E27FC236}">
                <a16:creationId xmlns:a16="http://schemas.microsoft.com/office/drawing/2014/main" id="{07EE0457-27EF-4322-97F2-993FE9334391}"/>
              </a:ext>
            </a:extLst>
          </p:cNvPr>
          <p:cNvSpPr>
            <a:spLocks xmlns:a="http://schemas.openxmlformats.org/drawingml/2006/main" noGrp="1"/>
          </p:cNvSpPr>
          <p:nvPr/>
        </p:nvSpPr>
        <p:spPr>
          <a:xfrm xmlns:a="http://schemas.openxmlformats.org/drawingml/2006/main">
            <a:off x="824228" y="4396183"/>
            <a:ext cx="3575052" cy="98425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marL="0" indent="0" algn="l">
              <a:lnSpc>
                <a:spcPct val="100000"/>
              </a:lnSpc>
              <a:buNone/>
            </a:pPr>
            <a:r>
              <a:rPr sz="1350">
                <a:solidFill>
                  <a:srgbClr val="555555"/>
                </a:solidFill>
                <a:latin typeface="Arial"/>
                <a:ea typeface="Arial"/>
                <a:cs typeface="Arial"/>
              </a:rPr>
              <a:t>Compare performance across 30, 60, and 120 FPS inputs under both clean and noisy conditions. Evaluates the system's stability against temporal aliasing and real-world sensor imperfections.</a:t>
            </a:r>
            <a:endParaRPr sz="1350">
              <a:solidFill>
                <a:srgbClr val="555555"/>
              </a:solidFill>
              <a:latin typeface="Arial"/>
              <a:ea typeface="Arial"/>
              <a:cs typeface="Arial"/>
            </a:endParaRPr>
          </a:p>
        </p:txBody>
      </p:sp>
      <p:sp>
        <p:nvSpPr>
          <p:cNvPr id="15" name="AutoShape 11">
            <a:extLst xmlns:a="http://schemas.openxmlformats.org/drawingml/2006/main">
              <a:ext uri="{FF2B5EF4-FFF2-40B4-BE49-F238E27FC236}">
                <a16:creationId xmlns:a16="http://schemas.microsoft.com/office/drawing/2014/main" id="{1905E751-F2ED-4504-979E-4861FA07D06B}"/>
              </a:ext>
            </a:extLst>
          </p:cNvPr>
          <p:cNvSpPr>
            <a:spLocks xmlns:a="http://schemas.openxmlformats.org/drawingml/2006/main" noGrp="1"/>
          </p:cNvSpPr>
          <p:nvPr/>
        </p:nvSpPr>
        <p:spPr>
          <a:xfrm xmlns:a="http://schemas.openxmlformats.org/drawingml/2006/main">
            <a:off x="1842134" y="4905771"/>
            <a:ext cx="5715000" cy="5080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marL="0" indent="0" algn="l">
              <a:lnSpc>
                <a:spcPct val="100000"/>
              </a:lnSpc>
              <a:buNone/>
            </a:pPr>
            <a:endParaRPr sz="1350">
              <a:solidFill>
                <a:srgbClr val="555555"/>
              </a:solidFill>
              <a:latin typeface="Arial"/>
              <a:ea typeface="Arial"/>
              <a:cs typeface="Arial"/>
            </a:endParaRPr>
          </a:p>
        </p:txBody>
      </p:sp>
      <p:sp>
        <p:nvSpPr>
          <p:cNvPr id="16" name="AutoShape 6">
            <a:extLst xmlns:a="http://schemas.openxmlformats.org/drawingml/2006/main">
              <a:ext uri="{FF2B5EF4-FFF2-40B4-BE49-F238E27FC236}">
                <a16:creationId xmlns:a16="http://schemas.microsoft.com/office/drawing/2014/main" id="{3FA02FB2-803D-4EB3-AE52-52A085D525D9}"/>
              </a:ext>
            </a:extLst>
          </p:cNvPr>
          <p:cNvSpPr>
            <a:spLocks xmlns:a="http://schemas.openxmlformats.org/drawingml/2006/main" noGrp="1"/>
          </p:cNvSpPr>
          <p:nvPr/>
        </p:nvSpPr>
        <p:spPr>
          <a:xfrm xmlns:a="http://schemas.openxmlformats.org/drawingml/2006/main">
            <a:off x="4838700" y="3735783"/>
            <a:ext cx="4055746" cy="1946275"/>
          </a:xfrm>
          <a:prstGeom xmlns:a="http://schemas.openxmlformats.org/drawingml/2006/main" prst="roundRect">
            <a:avLst>
              <a:gd name="adj" fmla="val 0"/>
            </a:avLst>
          </a:prstGeom>
          <a:solidFill xmlns:a="http://schemas.openxmlformats.org/drawingml/2006/main">
            <a:schemeClr val="tx2">
              <a:alpha val="8000"/>
            </a:schemeClr>
          </a:solidFill>
          <a:ln xmlns:a="http://schemas.openxmlformats.org/drawingml/2006/main" w="12700" cmpd="sng">
            <a:solidFill>
              <a:schemeClr val="tx2">
                <a:alpha val="15000"/>
              </a:scheme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8" name="AutoShape 9">
            <a:extLst xmlns:a="http://schemas.openxmlformats.org/drawingml/2006/main">
              <a:ext uri="{FF2B5EF4-FFF2-40B4-BE49-F238E27FC236}">
                <a16:creationId xmlns:a16="http://schemas.microsoft.com/office/drawing/2014/main" id="{6F220549-0B63-47F0-B659-505612BE944D}"/>
              </a:ext>
            </a:extLst>
          </p:cNvPr>
          <p:cNvSpPr>
            <a:spLocks xmlns:a="http://schemas.openxmlformats.org/drawingml/2006/main" noGrp="1"/>
          </p:cNvSpPr>
          <p:nvPr/>
        </p:nvSpPr>
        <p:spPr>
          <a:xfrm xmlns:a="http://schemas.openxmlformats.org/drawingml/2006/main">
            <a:off x="5075554" y="4396183"/>
            <a:ext cx="3496946" cy="98425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marL="0" indent="0" algn="l">
              <a:lnSpc>
                <a:spcPct val="100000"/>
              </a:lnSpc>
              <a:buNone/>
            </a:pPr>
            <a:r>
              <a:rPr sz="1350">
                <a:solidFill>
                  <a:srgbClr val="555555"/>
                </a:solidFill>
                <a:latin typeface="Arial"/>
                <a:ea typeface="Arial"/>
                <a:cs typeface="Arial"/>
              </a:rPr>
              <a:t>A dedicated `metrics.py` script computes event count and runtime statistics across all test cases. This ensures unbiased, repeatable results and streamlines data aggregation for large-scale analysis.</a:t>
            </a:r>
            <a:endParaRPr sz="1350">
              <a:solidFill>
                <a:srgbClr val="555555"/>
              </a:solidFill>
              <a:latin typeface="Arial"/>
              <a:ea typeface="Arial"/>
              <a:cs typeface="Arial"/>
            </a:endParaRPr>
          </a:p>
        </p:txBody>
      </p:sp>
      <p:pic>
        <p:nvPicPr>
          <p:cNvPr id="111" name="Picture 9"/>
          <p:cNvPicPr>
            <a:picLocks xmlns:a="http://schemas.openxmlformats.org/drawingml/2006/main" noChangeAspect="1"/>
          </p:cNvPicPr>
          <p:nvPr/>
        </p:nvPicPr>
        <p:blipFill>
          <a:blip xmlns:r="http://schemas.openxmlformats.org/officeDocument/2006/relationships" xmlns:a="http://schemas.openxmlformats.org/drawingml/2006/main" r:embed="R5133cdc1fe8147a6">
            <a:extLst>
              <a:ext uri="{96DAC541-7B7A-43D3-8B79-37D633B846F1}">
                <asvg:svgBlip xmlns:asvg="http://schemas.microsoft.com/office/drawing/2016/SVG/main" r:embed="R2f57953d99834098"/>
              </a:ext>
            </a:extLst>
          </a:blip>
          <a:stretch xmlns:a="http://schemas.openxmlformats.org/drawingml/2006/main">
            <a:fillRect l="0" t="0" r="0" b="0"/>
          </a:stretch>
        </p:blipFill>
        <p:spPr>
          <a:xfrm xmlns:a="http://schemas.openxmlformats.org/drawingml/2006/main">
            <a:off x="5101869" y="1532139"/>
            <a:ext cx="319483" cy="319483"/>
          </a:xfrm>
          <a:prstGeom xmlns:a="http://schemas.openxmlformats.org/drawingml/2006/main" prst="rect">
            <a:avLst/>
          </a:prstGeom>
        </p:spPr>
      </p:pic>
      <p:pic>
        <p:nvPicPr>
          <p:cNvPr id="112" name="Picture 17"/>
          <p:cNvPicPr>
            <a:picLocks xmlns:a="http://schemas.openxmlformats.org/drawingml/2006/main" noChangeAspect="1"/>
          </p:cNvPicPr>
          <p:nvPr/>
        </p:nvPicPr>
        <p:blipFill>
          <a:blip xmlns:r="http://schemas.openxmlformats.org/officeDocument/2006/relationships" xmlns:a="http://schemas.openxmlformats.org/drawingml/2006/main" r:embed="Rc56b7be15ec94f79">
            <a:extLst>
              <a:ext uri="{96DAC541-7B7A-43D3-8B79-37D633B846F1}">
                <asvg:svgBlip xmlns:asvg="http://schemas.microsoft.com/office/drawing/2016/SVG/main" r:embed="R361a49e8385b44ba"/>
              </a:ext>
            </a:extLst>
          </a:blip>
          <a:stretch xmlns:a="http://schemas.openxmlformats.org/drawingml/2006/main">
            <a:fillRect l="0" t="0" r="0" b="0"/>
          </a:stretch>
        </p:blipFill>
        <p:spPr>
          <a:xfrm xmlns:a="http://schemas.openxmlformats.org/drawingml/2006/main">
            <a:off x="5127626" y="3856631"/>
            <a:ext cx="293726" cy="293726"/>
          </a:xfrm>
          <a:prstGeom xmlns:a="http://schemas.openxmlformats.org/drawingml/2006/main" prst="rect">
            <a:avLst/>
          </a:prstGeom>
        </p:spPr>
      </p:pic>
      <p:pic>
        <p:nvPicPr>
          <p:cNvPr id="113" name="Picture 13"/>
          <p:cNvPicPr>
            <a:picLocks xmlns:a="http://schemas.openxmlformats.org/drawingml/2006/main" noChangeAspect="1"/>
          </p:cNvPicPr>
          <p:nvPr/>
        </p:nvPicPr>
        <p:blipFill>
          <a:blip xmlns:r="http://schemas.openxmlformats.org/officeDocument/2006/relationships" xmlns:a="http://schemas.openxmlformats.org/drawingml/2006/main" r:embed="Rab327253a98f4e98">
            <a:extLst>
              <a:ext uri="{96DAC541-7B7A-43D3-8B79-37D633B846F1}">
                <asvg:svgBlip xmlns:asvg="http://schemas.microsoft.com/office/drawing/2016/SVG/main" r:embed="R10a12cebbb674c76"/>
              </a:ext>
            </a:extLst>
          </a:blip>
          <a:stretch xmlns:a="http://schemas.openxmlformats.org/drawingml/2006/main">
            <a:fillRect l="0" t="0" r="0" b="0"/>
          </a:stretch>
        </p:blipFill>
        <p:spPr>
          <a:xfrm xmlns:a="http://schemas.openxmlformats.org/drawingml/2006/main">
            <a:off x="854076" y="3834726"/>
            <a:ext cx="239711" cy="239711"/>
          </a:xfrm>
          <a:prstGeom xmlns:a="http://schemas.openxmlformats.org/drawingml/2006/main" prst="rect">
            <a:avLst/>
          </a:prstGeom>
        </p:spPr>
      </p:pic>
      <p:sp>
        <p:nvSpPr>
          <p:cNvPr id="23" name="AutoShape 7">
            <a:extLst xmlns:a="http://schemas.openxmlformats.org/drawingml/2006/main">
              <a:ext uri="{FF2B5EF4-FFF2-40B4-BE49-F238E27FC236}">
                <a16:creationId xmlns:a16="http://schemas.microsoft.com/office/drawing/2014/main" id="{74D2497C-24E9-4E42-ADC8-EA77C8E5C75F}"/>
              </a:ext>
            </a:extLst>
          </p:cNvPr>
          <p:cNvSpPr>
            <a:spLocks xmlns:a="http://schemas.openxmlformats.org/drawingml/2006/main" noGrp="1"/>
          </p:cNvSpPr>
          <p:nvPr/>
        </p:nvSpPr>
        <p:spPr>
          <a:xfrm xmlns:a="http://schemas.openxmlformats.org/drawingml/2006/main">
            <a:off x="5524500" y="4211635"/>
            <a:ext cx="6096000" cy="3810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marL="0" indent="0" algn="l">
              <a:lnSpc>
                <a:spcPct val="125000"/>
              </a:lnSpc>
              <a:buNone/>
            </a:pPr>
            <a:r>
              <a:rPr sz="1500" b="1">
                <a:solidFill>
                  <a:srgbClr val="074B82"/>
                </a:solidFill>
                <a:latin typeface="Arial"/>
                <a:ea typeface="Arial"/>
                <a:cs typeface="Arial"/>
              </a:rPr>
              <a:t>Automated Metrics Pipeline</a:t>
            </a:r>
            <a:endParaRPr sz="1500" b="1">
              <a:solidFill>
                <a:srgbClr val="074B82"/>
              </a:solidFill>
              <a:latin typeface="Arial"/>
              <a:ea typeface="Arial"/>
              <a:cs typeface="Arial"/>
            </a:endParaRPr>
          </a:p>
          <a:p xmlns:a="http://schemas.openxmlformats.org/drawingml/2006/main">
            <a:pPr marL="0" indent="0" algn="l">
              <a:lnSpc>
                <a:spcPct val="125000"/>
              </a:lnSpc>
              <a:buNone/>
            </a:pPr>
            <a:endParaRPr sz="1500" b="1">
              <a:solidFill>
                <a:srgbClr val="074B82"/>
              </a:solidFill>
              <a:latin typeface="Arial"/>
              <a:ea typeface="Arial"/>
              <a:cs typeface="Arial"/>
            </a:endParaRPr>
          </a:p>
          <a:p xmlns:a="http://schemas.openxmlformats.org/drawingml/2006/main">
            <a:pPr marL="0" indent="0" algn="l">
              <a:lnSpc>
                <a:spcPct val="125000"/>
              </a:lnSpc>
              <a:buNone/>
            </a:pPr>
            <a:endParaRPr sz="1500" b="1">
              <a:solidFill>
                <a:srgbClr val="074B82"/>
              </a:solidFill>
              <a:latin typeface="Arial"/>
              <a:ea typeface="Arial"/>
              <a:cs typeface="Arial"/>
            </a:endParaRPr>
          </a:p>
          <a:p xmlns:a="http://schemas.openxmlformats.org/drawingml/2006/main">
            <a:pPr marL="0" indent="0" algn="l">
              <a:lnSpc>
                <a:spcPct val="125000"/>
              </a:lnSpc>
              <a:buNone/>
            </a:pPr>
            <a:endParaRPr sz="1500" b="1">
              <a:solidFill>
                <a:srgbClr val="074B82"/>
              </a:solidFill>
              <a:latin typeface="Arial"/>
              <a:ea typeface="Arial"/>
              <a:cs typeface="Arial"/>
            </a:endParaRPr>
          </a:p>
        </p:txBody>
      </p:sp>
    </p:spTree>
    <p:extLst>
      <p:ext uri="{BB962C8B-B14F-4D97-AF65-F5344CB8AC3E}">
        <p14:creationId xmlns:p14="http://schemas.microsoft.com/office/powerpoint/2010/main" val="399892689"/>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76" name="title-band">
            <a:extLst xmlns:a="http://schemas.openxmlformats.org/drawingml/2006/main">
              <a:ext uri="{FF2B5EF4-FFF2-40B4-BE49-F238E27FC236}">
                <a16:creationId xmlns:a16="http://schemas.microsoft.com/office/drawing/2014/main" id="{C732C18A-2BD6-404B-B779-AA30349D7579}"/>
              </a:ext>
            </a:extLst>
          </p:cNvPr>
          <p:cNvSpPr>
            <a:spLocks xmlns:a="http://schemas.openxmlformats.org/drawingml/2006/main" noGrp="1"/>
          </p:cNvSpPr>
          <p:nvPr/>
        </p:nvSpPr>
        <p:spPr>
          <a:xfrm xmlns:a="http://schemas.openxmlformats.org/drawingml/2006/main">
            <a:off x="0" y="0"/>
            <a:ext cx="9144000" cy="838200"/>
          </a:xfrm>
          <a:prstGeom xmlns:a="http://schemas.openxmlformats.org/drawingml/2006/main" prst="rect">
            <a:avLst/>
          </a:prstGeom>
          <a:solidFill xmlns:a="http://schemas.openxmlformats.org/drawingml/2006/main">
            <a:srgbClr val="F0F0F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slide-title">
            <a:extLst xmlns:a="http://schemas.openxmlformats.org/drawingml/2006/main">
              <a:ext uri="{FF2B5EF4-FFF2-40B4-BE49-F238E27FC236}">
                <a16:creationId xmlns:a16="http://schemas.microsoft.com/office/drawing/2014/main" id="{03A497A6-79E2-4488-9709-BA39B518739A}"/>
              </a:ext>
            </a:extLst>
          </p:cNvPr>
          <p:cNvSpPr>
            <a:spLocks xmlns:a="http://schemas.openxmlformats.org/drawingml/2006/main" noGrp="1"/>
          </p:cNvSpPr>
          <p:nvPr/>
        </p:nvSpPr>
        <p:spPr>
          <a:xfrm xmlns:a="http://schemas.openxmlformats.org/drawingml/2006/main">
            <a:off x="323850" y="133350"/>
            <a:ext cx="7048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2550" b="0" i="0">
                <a:solidFill>
                  <a:srgbClr val="074B82"/>
                </a:solidFill>
                <a:latin typeface="Arial"/>
                <a:ea typeface="Arial"/>
                <a:cs typeface="Arial"/>
              </a:defRPr>
            </a:pPr>
            <a:r>
              <a:rPr sz="2550">
                <a:solidFill>
                  <a:srgbClr val="074B82"/>
                </a:solidFill>
                <a:latin typeface="Arial"/>
                <a:ea typeface="Arial"/>
                <a:cs typeface="Arial"/>
              </a:rPr>
              <a:t>5.3-1 Results: Threshold Analysis</a:t>
            </a:r>
            <a:endParaRPr sz="2550">
              <a:solidFill>
                <a:srgbClr val="074B82"/>
              </a:solidFill>
              <a:latin typeface="Arial"/>
              <a:ea typeface="Arial"/>
              <a:cs typeface="Arial"/>
            </a:endParaRPr>
          </a:p>
        </p:txBody>
      </p:sp>
      <p:sp>
        <p:nvSpPr>
          <p:cNvPr id="68" name="footer-left">
            <a:extLst xmlns:a="http://schemas.openxmlformats.org/drawingml/2006/main">
              <a:ext uri="{FF2B5EF4-FFF2-40B4-BE49-F238E27FC236}">
                <a16:creationId xmlns:a16="http://schemas.microsoft.com/office/drawing/2014/main" id="{6C9472A7-8C84-4E93-AA89-B5EE6500C002}"/>
              </a:ext>
            </a:extLst>
          </p:cNvPr>
          <p:cNvSpPr>
            <a:spLocks xmlns:a="http://schemas.openxmlformats.org/drawingml/2006/main" noGrp="1"/>
          </p:cNvSpPr>
          <p:nvPr/>
        </p:nvSpPr>
        <p:spPr>
          <a:xfrm xmlns:a="http://schemas.openxmlformats.org/drawingml/2006/main">
            <a:off x="0" y="6629400"/>
            <a:ext cx="3048000" cy="228600"/>
          </a:xfrm>
          <a:prstGeom xmlns:a="http://schemas.openxmlformats.org/drawingml/2006/main" prst="rect">
            <a:avLst/>
          </a:prstGeom>
          <a:solidFill xmlns:a="http://schemas.openxmlformats.org/drawingml/2006/main">
            <a:srgbClr val="C4C5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9" name="footer-center">
            <a:extLst xmlns:a="http://schemas.openxmlformats.org/drawingml/2006/main">
              <a:ext uri="{FF2B5EF4-FFF2-40B4-BE49-F238E27FC236}">
                <a16:creationId xmlns:a16="http://schemas.microsoft.com/office/drawing/2014/main" id="{BF016C9F-E3EA-4B20-8787-DA5412D8AD71}"/>
              </a:ext>
            </a:extLst>
          </p:cNvPr>
          <p:cNvSpPr>
            <a:spLocks xmlns:a="http://schemas.openxmlformats.org/drawingml/2006/main" noGrp="1"/>
          </p:cNvSpPr>
          <p:nvPr/>
        </p:nvSpPr>
        <p:spPr>
          <a:xfrm xmlns:a="http://schemas.openxmlformats.org/drawingml/2006/main">
            <a:off x="3048000" y="6629400"/>
            <a:ext cx="3048000" cy="228600"/>
          </a:xfrm>
          <a:prstGeom xmlns:a="http://schemas.openxmlformats.org/drawingml/2006/main" prst="rect">
            <a:avLst/>
          </a:prstGeom>
          <a:solidFill xmlns:a="http://schemas.openxmlformats.org/drawingml/2006/main">
            <a:srgbClr val="B8BBD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0" name="footer-right">
            <a:extLst xmlns:a="http://schemas.openxmlformats.org/drawingml/2006/main">
              <a:ext uri="{FF2B5EF4-FFF2-40B4-BE49-F238E27FC236}">
                <a16:creationId xmlns:a16="http://schemas.microsoft.com/office/drawing/2014/main" id="{195F3DCE-70B0-4337-A6EE-FCB118E6C32F}"/>
              </a:ext>
            </a:extLst>
          </p:cNvPr>
          <p:cNvSpPr>
            <a:spLocks xmlns:a="http://schemas.openxmlformats.org/drawingml/2006/main" noGrp="1"/>
          </p:cNvSpPr>
          <p:nvPr/>
        </p:nvSpPr>
        <p:spPr>
          <a:xfrm xmlns:a="http://schemas.openxmlformats.org/drawingml/2006/main">
            <a:off x="6096000" y="6629400"/>
            <a:ext cx="2476500" cy="228600"/>
          </a:xfrm>
          <a:prstGeom xmlns:a="http://schemas.openxmlformats.org/drawingml/2006/main" prst="rect">
            <a:avLst/>
          </a:prstGeom>
          <a:solidFill xmlns:a="http://schemas.openxmlformats.org/drawingml/2006/main">
            <a:srgbClr val="C4C5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1" name="footer-page">
            <a:extLst xmlns:a="http://schemas.openxmlformats.org/drawingml/2006/main">
              <a:ext uri="{FF2B5EF4-FFF2-40B4-BE49-F238E27FC236}">
                <a16:creationId xmlns:a16="http://schemas.microsoft.com/office/drawing/2014/main" id="{7B6FCB28-1598-40D0-99B9-431A2C5BCD58}"/>
              </a:ext>
            </a:extLst>
          </p:cNvPr>
          <p:cNvSpPr>
            <a:spLocks xmlns:a="http://schemas.openxmlformats.org/drawingml/2006/main" noGrp="1"/>
          </p:cNvSpPr>
          <p:nvPr/>
        </p:nvSpPr>
        <p:spPr>
          <a:xfrm xmlns:a="http://schemas.openxmlformats.org/drawingml/2006/main">
            <a:off x="8572500" y="6629400"/>
            <a:ext cx="571500" cy="228600"/>
          </a:xfrm>
          <a:prstGeom xmlns:a="http://schemas.openxmlformats.org/drawingml/2006/main" prst="rect">
            <a:avLst/>
          </a:prstGeom>
          <a:solidFill xmlns:a="http://schemas.openxmlformats.org/drawingml/2006/main">
            <a:srgbClr val="B8BBD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3" name="矩形 72">
            <a:extLst xmlns:a="http://schemas.openxmlformats.org/drawingml/2006/main">
              <a:ext uri="{FF2B5EF4-FFF2-40B4-BE49-F238E27FC236}">
                <a16:creationId xmlns:a16="http://schemas.microsoft.com/office/drawing/2014/main" id="{C7E9C788-CBA9-4EB9-85A4-E8EAD377B78E}"/>
              </a:ext>
            </a:extLst>
          </p:cNvPr>
          <p:cNvSpPr>
            <a:spLocks xmlns:a="http://schemas.openxmlformats.org/drawingml/2006/main" noGrp="1"/>
          </p:cNvSpPr>
          <p:nvPr/>
        </p:nvSpPr>
        <p:spPr>
          <a:xfrm xmlns:a="http://schemas.openxmlformats.org/drawingml/2006/main">
            <a:off x="3810000" y="66294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EE5110/EE6110</a:t>
            </a:r>
            <a:endParaRPr sz="1050" b="0" i="0">
              <a:solidFill>
                <a:srgbClr val="242424"/>
              </a:solidFill>
              <a:latin typeface="Arial"/>
              <a:ea typeface="Arial"/>
              <a:cs typeface="Arial"/>
            </a:endParaRPr>
          </a:p>
        </p:txBody>
      </p:sp>
      <p:sp>
        <p:nvSpPr>
          <p:cNvPr id="74" name="矩形 73">
            <a:extLst xmlns:a="http://schemas.openxmlformats.org/drawingml/2006/main">
              <a:ext uri="{FF2B5EF4-FFF2-40B4-BE49-F238E27FC236}">
                <a16:creationId xmlns:a16="http://schemas.microsoft.com/office/drawing/2014/main" id="{9203495C-9F8C-4D64-B762-C397926AA396}"/>
              </a:ext>
            </a:extLst>
          </p:cNvPr>
          <p:cNvSpPr>
            <a:spLocks xmlns:a="http://schemas.openxmlformats.org/drawingml/2006/main" noGrp="1"/>
          </p:cNvSpPr>
          <p:nvPr/>
        </p:nvSpPr>
        <p:spPr>
          <a:xfrm xmlns:a="http://schemas.openxmlformats.org/drawingml/2006/main">
            <a:off x="6572250" y="66294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975" b="0" i="0">
                <a:solidFill>
                  <a:srgbClr val="242424"/>
                </a:solidFill>
                <a:latin typeface="Arial"/>
                <a:ea typeface="Arial"/>
                <a:cs typeface="Arial"/>
              </a:defRPr>
            </a:pPr>
            <a:r>
              <a:rPr sz="975" b="0" i="0">
                <a:solidFill>
                  <a:srgbClr val="242424"/>
                </a:solidFill>
                <a:latin typeface="Arial"/>
                <a:ea typeface="Arial"/>
                <a:cs typeface="Arial"/>
              </a:rPr>
              <a:t>Event Camera Simulator</a:t>
            </a:r>
            <a:endParaRPr sz="975" b="0" i="0">
              <a:solidFill>
                <a:srgbClr val="242424"/>
              </a:solidFill>
              <a:latin typeface="Arial"/>
              <a:ea typeface="Arial"/>
              <a:cs typeface="Arial"/>
            </a:endParaRPr>
          </a:p>
        </p:txBody>
      </p:sp>
      <p:sp>
        <p:nvSpPr>
          <p:cNvPr id="75" name="矩形 74">
            <a:extLst xmlns:a="http://schemas.openxmlformats.org/drawingml/2006/main">
              <a:ext uri="{FF2B5EF4-FFF2-40B4-BE49-F238E27FC236}">
                <a16:creationId xmlns:a16="http://schemas.microsoft.com/office/drawing/2014/main" id="{B6EC22FA-F8F1-4396-A1AD-99CFEBDC4583}"/>
              </a:ext>
            </a:extLst>
          </p:cNvPr>
          <p:cNvSpPr>
            <a:spLocks xmlns:a="http://schemas.openxmlformats.org/drawingml/2006/main" noGrp="1"/>
          </p:cNvSpPr>
          <p:nvPr/>
        </p:nvSpPr>
        <p:spPr>
          <a:xfrm xmlns:a="http://schemas.openxmlformats.org/drawingml/2006/main">
            <a:off x="8677275" y="66294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18</a:t>
            </a:r>
            <a:endParaRPr sz="1050" b="0" i="0">
              <a:solidFill>
                <a:srgbClr val="242424"/>
              </a:solidFill>
              <a:latin typeface="Arial"/>
              <a:ea typeface="Arial"/>
              <a:cs typeface="Arial"/>
            </a:endParaRPr>
          </a:p>
        </p:txBody>
      </p:sp>
      <p:sp>
        <p:nvSpPr>
          <p:cNvPr id="77" name="矩形 76">
            <a:extLst xmlns:a="http://schemas.openxmlformats.org/drawingml/2006/main">
              <a:ext uri="{FF2B5EF4-FFF2-40B4-BE49-F238E27FC236}">
                <a16:creationId xmlns:a16="http://schemas.microsoft.com/office/drawing/2014/main" id="{66F3D73C-D246-499B-9F13-9D1D604940F4}"/>
              </a:ext>
            </a:extLst>
          </p:cNvPr>
          <p:cNvSpPr>
            <a:spLocks xmlns:a="http://schemas.openxmlformats.org/drawingml/2006/main" noGrp="1"/>
          </p:cNvSpPr>
          <p:nvPr/>
        </p:nvSpPr>
        <p:spPr>
          <a:xfrm xmlns:a="http://schemas.openxmlformats.org/drawingml/2006/main">
            <a:off x="904875" y="66294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Group</a:t>
            </a:r>
            <a:r>
              <a:rPr sz="1050" b="0" i="0">
                <a:solidFill>
                  <a:srgbClr val="242424"/>
                </a:solidFill>
                <a:latin typeface="Arial"/>
                <a:ea typeface="Arial"/>
                <a:cs typeface="Arial"/>
              </a:rPr>
              <a:t> 1</a:t>
            </a:r>
            <a:r>
              <a:rPr sz="1050" b="0" i="0">
                <a:solidFill>
                  <a:srgbClr val="242424"/>
                </a:solidFill>
                <a:latin typeface="Arial"/>
                <a:ea typeface="Arial"/>
                <a:cs typeface="Arial"/>
              </a:rPr>
              <a:t>3</a:t>
            </a:r>
            <a:endParaRPr sz="1050" b="0" i="0">
              <a:solidFill>
                <a:srgbClr val="242424"/>
              </a:solidFill>
              <a:latin typeface="Arial"/>
              <a:ea typeface="Arial"/>
              <a:cs typeface="Arial"/>
            </a:endParaRPr>
          </a:p>
        </p:txBody>
      </p:sp>
      <p:sp>
        <p:nvSpPr>
          <p:cNvPr id="82" name="AutoShape 11">
            <a:extLst xmlns:a="http://schemas.openxmlformats.org/drawingml/2006/main">
              <a:ext uri="{FF2B5EF4-FFF2-40B4-BE49-F238E27FC236}">
                <a16:creationId xmlns:a16="http://schemas.microsoft.com/office/drawing/2014/main" id="{AC538AA5-61C2-4AFA-BC97-7CB0443AE379}"/>
              </a:ext>
            </a:extLst>
          </p:cNvPr>
          <p:cNvSpPr>
            <a:spLocks xmlns:a="http://schemas.openxmlformats.org/drawingml/2006/main" noGrp="1"/>
          </p:cNvSpPr>
          <p:nvPr/>
        </p:nvSpPr>
        <p:spPr>
          <a:xfrm xmlns:a="http://schemas.openxmlformats.org/drawingml/2006/main">
            <a:off x="1842134" y="2619375"/>
            <a:ext cx="5715000" cy="5080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marL="0" indent="0" algn="l">
              <a:lnSpc>
                <a:spcPct val="100000"/>
              </a:lnSpc>
              <a:buNone/>
            </a:pPr>
            <a:endParaRPr sz="1350">
              <a:solidFill>
                <a:srgbClr val="555555"/>
              </a:solidFill>
              <a:latin typeface="Arial"/>
              <a:ea typeface="Arial"/>
              <a:cs typeface="Arial"/>
            </a:endParaRPr>
          </a:p>
        </p:txBody>
      </p:sp>
      <p:sp>
        <p:nvSpPr>
          <p:cNvPr id="7" name="AutoShape 6">
            <a:extLst xmlns:a="http://schemas.openxmlformats.org/drawingml/2006/main">
              <a:ext uri="{FF2B5EF4-FFF2-40B4-BE49-F238E27FC236}">
                <a16:creationId xmlns:a16="http://schemas.microsoft.com/office/drawing/2014/main" id="{39BA5D50-709D-446A-ABF5-0E4A7FF31E08}"/>
              </a:ext>
            </a:extLst>
          </p:cNvPr>
          <p:cNvSpPr>
            <a:spLocks xmlns:a="http://schemas.openxmlformats.org/drawingml/2006/main" noGrp="1"/>
          </p:cNvSpPr>
          <p:nvPr/>
        </p:nvSpPr>
        <p:spPr>
          <a:xfrm xmlns:a="http://schemas.openxmlformats.org/drawingml/2006/main">
            <a:off x="4658876" y="1444229"/>
            <a:ext cx="4249425" cy="1946275"/>
          </a:xfrm>
          <a:prstGeom xmlns:a="http://schemas.openxmlformats.org/drawingml/2006/main" prst="roundRect">
            <a:avLst>
              <a:gd name="adj" fmla="val 0"/>
            </a:avLst>
          </a:prstGeom>
          <a:solidFill xmlns:a="http://schemas.openxmlformats.org/drawingml/2006/main">
            <a:schemeClr val="tx2">
              <a:alpha val="8000"/>
            </a:schemeClr>
          </a:solidFill>
          <a:ln xmlns:a="http://schemas.openxmlformats.org/drawingml/2006/main" w="12700" cmpd="sng">
            <a:solidFill>
              <a:schemeClr val="tx2">
                <a:alpha val="15000"/>
              </a:scheme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9" name="AutoShape 9">
            <a:extLst xmlns:a="http://schemas.openxmlformats.org/drawingml/2006/main">
              <a:ext uri="{FF2B5EF4-FFF2-40B4-BE49-F238E27FC236}">
                <a16:creationId xmlns:a16="http://schemas.microsoft.com/office/drawing/2014/main" id="{D3B4F4E4-DA13-459F-95AD-4CD85E42CA48}"/>
              </a:ext>
            </a:extLst>
          </p:cNvPr>
          <p:cNvSpPr>
            <a:spLocks xmlns:a="http://schemas.openxmlformats.org/drawingml/2006/main" noGrp="1"/>
          </p:cNvSpPr>
          <p:nvPr/>
        </p:nvSpPr>
        <p:spPr>
          <a:xfrm xmlns:a="http://schemas.openxmlformats.org/drawingml/2006/main">
            <a:off x="4895731" y="2104629"/>
            <a:ext cx="3496946" cy="98425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marL="0" indent="0" algn="l">
              <a:lnSpc>
                <a:spcPct val="100000"/>
              </a:lnSpc>
              <a:buNone/>
            </a:pPr>
            <a:r>
              <a:rPr sz="1500" b="1">
                <a:solidFill>
                  <a:srgbClr val="074B82"/>
                </a:solidFill>
                <a:latin typeface="Arial"/>
                <a:ea typeface="Arial"/>
                <a:cs typeface="Arial"/>
              </a:rPr>
              <a:t>Inverse Relationship: </a:t>
            </a:r>
            <a:r>
              <a:rPr sz="1350">
                <a:solidFill>
                  <a:srgbClr val="555555"/>
                </a:solidFill>
                <a:latin typeface="Arial"/>
                <a:ea typeface="Arial"/>
                <a:cs typeface="Arial"/>
              </a:rPr>
              <a:t>As the threshold increases from 0.1 to 0.5, the total number of generated events decreases significantly from approximately 20,000 to 4,000.</a:t>
            </a:r>
            <a:endParaRPr sz="1350">
              <a:solidFill>
                <a:srgbClr val="555555"/>
              </a:solidFill>
              <a:latin typeface="Arial"/>
              <a:ea typeface="Arial"/>
              <a:cs typeface="Arial"/>
            </a:endParaRPr>
          </a:p>
        </p:txBody>
      </p:sp>
      <p:sp>
        <p:nvSpPr>
          <p:cNvPr id="10" name="AutoShape 7">
            <a:extLst xmlns:a="http://schemas.openxmlformats.org/drawingml/2006/main">
              <a:ext uri="{FF2B5EF4-FFF2-40B4-BE49-F238E27FC236}">
                <a16:creationId xmlns:a16="http://schemas.microsoft.com/office/drawing/2014/main" id="{271431C9-97EB-427A-A637-5223A3563472}"/>
              </a:ext>
            </a:extLst>
          </p:cNvPr>
          <p:cNvSpPr>
            <a:spLocks xmlns:a="http://schemas.openxmlformats.org/drawingml/2006/main" noGrp="1"/>
          </p:cNvSpPr>
          <p:nvPr/>
        </p:nvSpPr>
        <p:spPr>
          <a:xfrm xmlns:a="http://schemas.openxmlformats.org/drawingml/2006/main">
            <a:off x="5411357" y="1629333"/>
            <a:ext cx="6096000" cy="3810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marL="0" indent="0" algn="l">
              <a:lnSpc>
                <a:spcPct val="125000"/>
              </a:lnSpc>
              <a:buNone/>
            </a:pPr>
            <a:endParaRPr sz="1500" b="1">
              <a:solidFill>
                <a:srgbClr val="074B82"/>
              </a:solidFill>
              <a:latin typeface="Arial"/>
              <a:ea typeface="Arial"/>
              <a:cs typeface="Arial"/>
            </a:endParaRPr>
          </a:p>
          <a:p xmlns:a="http://schemas.openxmlformats.org/drawingml/2006/main">
            <a:pPr marL="0" indent="0" algn="l">
              <a:lnSpc>
                <a:spcPct val="125000"/>
              </a:lnSpc>
              <a:buNone/>
            </a:pPr>
            <a:r>
              <a:rPr sz="1500" b="1">
                <a:solidFill>
                  <a:srgbClr val="074B82"/>
                </a:solidFill>
                <a:latin typeface="Arial"/>
                <a:ea typeface="Arial"/>
                <a:cs typeface="Arial"/>
              </a:rPr>
              <a:t>Key Finding: Event Count</a:t>
            </a:r>
            <a:endParaRPr sz="1500" b="1">
              <a:solidFill>
                <a:srgbClr val="074B82"/>
              </a:solidFill>
              <a:latin typeface="Arial"/>
              <a:ea typeface="Arial"/>
              <a:cs typeface="Arial"/>
            </a:endParaRPr>
          </a:p>
          <a:p xmlns:a="http://schemas.openxmlformats.org/drawingml/2006/main">
            <a:pPr marL="0" indent="0" algn="l">
              <a:lnSpc>
                <a:spcPct val="125000"/>
              </a:lnSpc>
              <a:buNone/>
            </a:pPr>
            <a:endParaRPr sz="1500" b="1">
              <a:solidFill>
                <a:srgbClr val="074B82"/>
              </a:solidFill>
              <a:latin typeface="Arial"/>
              <a:ea typeface="Arial"/>
              <a:cs typeface="Arial"/>
            </a:endParaRPr>
          </a:p>
          <a:p xmlns:a="http://schemas.openxmlformats.org/drawingml/2006/main">
            <a:pPr marL="0" indent="0" algn="l">
              <a:lnSpc>
                <a:spcPct val="125000"/>
              </a:lnSpc>
              <a:buNone/>
            </a:pPr>
            <a:endParaRPr sz="1500" b="1">
              <a:solidFill>
                <a:srgbClr val="074B82"/>
              </a:solidFill>
              <a:latin typeface="Arial"/>
              <a:ea typeface="Arial"/>
              <a:cs typeface="Arial"/>
            </a:endParaRPr>
          </a:p>
        </p:txBody>
      </p:sp>
      <p:sp>
        <p:nvSpPr>
          <p:cNvPr id="15" name="AutoShape 11">
            <a:extLst xmlns:a="http://schemas.openxmlformats.org/drawingml/2006/main">
              <a:ext uri="{FF2B5EF4-FFF2-40B4-BE49-F238E27FC236}">
                <a16:creationId xmlns:a16="http://schemas.microsoft.com/office/drawing/2014/main" id="{7E9A2BCC-DC07-4BB3-B277-3E8DA8C37111}"/>
              </a:ext>
            </a:extLst>
          </p:cNvPr>
          <p:cNvSpPr>
            <a:spLocks xmlns:a="http://schemas.openxmlformats.org/drawingml/2006/main" noGrp="1"/>
          </p:cNvSpPr>
          <p:nvPr/>
        </p:nvSpPr>
        <p:spPr>
          <a:xfrm xmlns:a="http://schemas.openxmlformats.org/drawingml/2006/main">
            <a:off x="1842134" y="4905771"/>
            <a:ext cx="5715000" cy="5080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marL="0" indent="0" algn="l">
              <a:lnSpc>
                <a:spcPct val="100000"/>
              </a:lnSpc>
              <a:buNone/>
            </a:pPr>
            <a:endParaRPr sz="1350">
              <a:solidFill>
                <a:srgbClr val="555555"/>
              </a:solidFill>
              <a:latin typeface="Arial"/>
              <a:ea typeface="Arial"/>
              <a:cs typeface="Arial"/>
            </a:endParaRPr>
          </a:p>
        </p:txBody>
      </p:sp>
      <p:sp>
        <p:nvSpPr>
          <p:cNvPr id="16" name="AutoShape 6">
            <a:extLst xmlns:a="http://schemas.openxmlformats.org/drawingml/2006/main">
              <a:ext uri="{FF2B5EF4-FFF2-40B4-BE49-F238E27FC236}">
                <a16:creationId xmlns:a16="http://schemas.microsoft.com/office/drawing/2014/main" id="{AF9D9779-005C-4780-A5E6-949BF559C12E}"/>
              </a:ext>
            </a:extLst>
          </p:cNvPr>
          <p:cNvSpPr>
            <a:spLocks xmlns:a="http://schemas.openxmlformats.org/drawingml/2006/main" noGrp="1"/>
          </p:cNvSpPr>
          <p:nvPr/>
        </p:nvSpPr>
        <p:spPr>
          <a:xfrm xmlns:a="http://schemas.openxmlformats.org/drawingml/2006/main">
            <a:off x="4658877" y="3730625"/>
            <a:ext cx="4249426" cy="1946275"/>
          </a:xfrm>
          <a:prstGeom xmlns:a="http://schemas.openxmlformats.org/drawingml/2006/main" prst="roundRect">
            <a:avLst>
              <a:gd name="adj" fmla="val 0"/>
            </a:avLst>
          </a:prstGeom>
          <a:solidFill xmlns:a="http://schemas.openxmlformats.org/drawingml/2006/main">
            <a:schemeClr val="tx2">
              <a:alpha val="8000"/>
            </a:schemeClr>
          </a:solidFill>
          <a:ln xmlns:a="http://schemas.openxmlformats.org/drawingml/2006/main" w="12700" cmpd="sng">
            <a:solidFill>
              <a:schemeClr val="tx2">
                <a:alpha val="15000"/>
              </a:scheme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8" name="AutoShape 9">
            <a:extLst xmlns:a="http://schemas.openxmlformats.org/drawingml/2006/main">
              <a:ext uri="{FF2B5EF4-FFF2-40B4-BE49-F238E27FC236}">
                <a16:creationId xmlns:a16="http://schemas.microsoft.com/office/drawing/2014/main" id="{3A6B43C1-677D-4982-A750-4E206E3F71C6}"/>
              </a:ext>
            </a:extLst>
          </p:cNvPr>
          <p:cNvSpPr>
            <a:spLocks xmlns:a="http://schemas.openxmlformats.org/drawingml/2006/main" noGrp="1"/>
          </p:cNvSpPr>
          <p:nvPr/>
        </p:nvSpPr>
        <p:spPr>
          <a:xfrm xmlns:a="http://schemas.openxmlformats.org/drawingml/2006/main">
            <a:off x="4895731" y="4391025"/>
            <a:ext cx="3496946" cy="98425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marL="0" indent="0" algn="l">
              <a:lnSpc>
                <a:spcPct val="100000"/>
              </a:lnSpc>
              <a:buNone/>
            </a:pPr>
            <a:r>
              <a:rPr sz="1500" b="1">
                <a:solidFill>
                  <a:srgbClr val="074B82"/>
                </a:solidFill>
                <a:latin typeface="Arial"/>
                <a:ea typeface="Arial"/>
                <a:cs typeface="Arial"/>
              </a:rPr>
              <a:t>High Performance: </a:t>
            </a:r>
            <a:r>
              <a:rPr sz="1350">
                <a:solidFill>
                  <a:srgbClr val="555555"/>
                </a:solidFill>
                <a:latin typeface="Arial"/>
                <a:ea typeface="Arial"/>
                <a:cs typeface="Arial"/>
              </a:rPr>
              <a:t>The simulator maintains high processing FPS (over 1600) across different input FPS values, demonstrating real-time capability.</a:t>
            </a:r>
            <a:endParaRPr sz="1350">
              <a:solidFill>
                <a:srgbClr val="555555"/>
              </a:solidFill>
              <a:latin typeface="Arial"/>
              <a:ea typeface="Arial"/>
              <a:cs typeface="Arial"/>
            </a:endParaRPr>
          </a:p>
        </p:txBody>
      </p:sp>
      <p:sp>
        <p:nvSpPr>
          <p:cNvPr id="23" name="AutoShape 7">
            <a:extLst xmlns:a="http://schemas.openxmlformats.org/drawingml/2006/main">
              <a:ext uri="{FF2B5EF4-FFF2-40B4-BE49-F238E27FC236}">
                <a16:creationId xmlns:a16="http://schemas.microsoft.com/office/drawing/2014/main" id="{0E62F4E2-8A57-4635-97B0-87A584D821DD}"/>
              </a:ext>
            </a:extLst>
          </p:cNvPr>
          <p:cNvSpPr>
            <a:spLocks xmlns:a="http://schemas.openxmlformats.org/drawingml/2006/main" noGrp="1"/>
          </p:cNvSpPr>
          <p:nvPr/>
        </p:nvSpPr>
        <p:spPr>
          <a:xfrm xmlns:a="http://schemas.openxmlformats.org/drawingml/2006/main">
            <a:off x="5411357" y="4132859"/>
            <a:ext cx="6096000" cy="3810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marL="0" indent="0" algn="l">
              <a:lnSpc>
                <a:spcPct val="125000"/>
              </a:lnSpc>
              <a:buNone/>
            </a:pPr>
            <a:endParaRPr sz="1500" b="1">
              <a:solidFill>
                <a:srgbClr val="074B82"/>
              </a:solidFill>
              <a:latin typeface="Arial"/>
              <a:ea typeface="Arial"/>
              <a:cs typeface="Arial"/>
            </a:endParaRPr>
          </a:p>
          <a:p xmlns:a="http://schemas.openxmlformats.org/drawingml/2006/main">
            <a:pPr marL="0" indent="0" algn="l">
              <a:lnSpc>
                <a:spcPct val="125000"/>
              </a:lnSpc>
              <a:buNone/>
            </a:pPr>
            <a:r>
              <a:rPr sz="1500" b="1">
                <a:solidFill>
                  <a:srgbClr val="074B82"/>
                </a:solidFill>
                <a:latin typeface="Arial"/>
                <a:ea typeface="Arial"/>
                <a:cs typeface="Arial"/>
              </a:rPr>
              <a:t>Key Finding: Processing Throughput</a:t>
            </a:r>
            <a:endParaRPr sz="1500" b="1">
              <a:solidFill>
                <a:srgbClr val="074B82"/>
              </a:solidFill>
              <a:latin typeface="Arial"/>
              <a:ea typeface="Arial"/>
              <a:cs typeface="Arial"/>
            </a:endParaRPr>
          </a:p>
          <a:p xmlns:a="http://schemas.openxmlformats.org/drawingml/2006/main">
            <a:pPr marL="0" indent="0" algn="l">
              <a:lnSpc>
                <a:spcPct val="125000"/>
              </a:lnSpc>
              <a:buNone/>
            </a:pPr>
            <a:endParaRPr sz="1500" b="1">
              <a:solidFill>
                <a:srgbClr val="074B82"/>
              </a:solidFill>
              <a:latin typeface="Arial"/>
              <a:ea typeface="Arial"/>
              <a:cs typeface="Arial"/>
            </a:endParaRPr>
          </a:p>
          <a:p xmlns:a="http://schemas.openxmlformats.org/drawingml/2006/main">
            <a:pPr marL="0" indent="0" algn="l">
              <a:lnSpc>
                <a:spcPct val="125000"/>
              </a:lnSpc>
              <a:buNone/>
            </a:pPr>
            <a:endParaRPr sz="1500" b="1">
              <a:solidFill>
                <a:srgbClr val="074B82"/>
              </a:solidFill>
              <a:latin typeface="Arial"/>
              <a:ea typeface="Arial"/>
              <a:cs typeface="Arial"/>
            </a:endParaRPr>
          </a:p>
          <a:p xmlns:a="http://schemas.openxmlformats.org/drawingml/2006/main">
            <a:pPr marL="0" indent="0" algn="l">
              <a:lnSpc>
                <a:spcPct val="125000"/>
              </a:lnSpc>
              <a:buNone/>
            </a:pPr>
            <a:endParaRPr sz="1500" b="1">
              <a:solidFill>
                <a:srgbClr val="074B82"/>
              </a:solidFill>
              <a:latin typeface="Arial"/>
              <a:ea typeface="Arial"/>
              <a:cs typeface="Arial"/>
            </a:endParaRPr>
          </a:p>
        </p:txBody>
      </p:sp>
      <p:pic>
        <p:nvPicPr>
          <p:cNvPr id="105" name="图片 3"/>
          <p:cNvPicPr>
            <a:picLocks xmlns:a="http://schemas.openxmlformats.org/drawingml/2006/main" noChangeAspect="1"/>
          </p:cNvPicPr>
          <p:nvPr/>
        </p:nvPicPr>
        <p:blipFill>
          <a:blip xmlns:r="http://schemas.openxmlformats.org/officeDocument/2006/relationships" xmlns:a="http://schemas.openxmlformats.org/drawingml/2006/main" r:embed="Rc6389894918448d6"/>
          <a:stretch xmlns:a="http://schemas.openxmlformats.org/drawingml/2006/main">
            <a:fillRect l="0" t="0" r="0" b="0"/>
          </a:stretch>
        </p:blipFill>
        <p:spPr>
          <a:xfrm xmlns:a="http://schemas.openxmlformats.org/drawingml/2006/main">
            <a:off x="684645" y="1020291"/>
            <a:ext cx="3375544" cy="2531658"/>
          </a:xfrm>
          <a:prstGeom xmlns:a="http://schemas.openxmlformats.org/drawingml/2006/main" prst="rect">
            <a:avLst/>
          </a:prstGeom>
        </p:spPr>
      </p:pic>
      <p:pic>
        <p:nvPicPr>
          <p:cNvPr id="106" name="图片 5"/>
          <p:cNvPicPr>
            <a:picLocks xmlns:a="http://schemas.openxmlformats.org/drawingml/2006/main" noChangeAspect="1"/>
          </p:cNvPicPr>
          <p:nvPr/>
        </p:nvPicPr>
        <p:blipFill>
          <a:blip xmlns:r="http://schemas.openxmlformats.org/officeDocument/2006/relationships" xmlns:a="http://schemas.openxmlformats.org/drawingml/2006/main" r:embed="Rf08d7cf8501f40dc"/>
          <a:stretch xmlns:a="http://schemas.openxmlformats.org/drawingml/2006/main">
            <a:fillRect l="0" t="0" r="0" b="0"/>
          </a:stretch>
        </p:blipFill>
        <p:spPr>
          <a:xfrm xmlns:a="http://schemas.openxmlformats.org/drawingml/2006/main">
            <a:off x="684643" y="3395977"/>
            <a:ext cx="3375545" cy="2531659"/>
          </a:xfrm>
          <a:prstGeom xmlns:a="http://schemas.openxmlformats.org/drawingml/2006/main" prst="rect">
            <a:avLst/>
          </a:prstGeom>
        </p:spPr>
      </p:pic>
      <p:pic>
        <p:nvPicPr>
          <p:cNvPr id="107" name="Picture 7"/>
          <p:cNvPicPr>
            <a:picLocks xmlns:a="http://schemas.openxmlformats.org/drawingml/2006/main" noChangeAspect="1"/>
          </p:cNvPicPr>
          <p:nvPr/>
        </p:nvPicPr>
        <p:blipFill>
          <a:blip xmlns:r="http://schemas.openxmlformats.org/officeDocument/2006/relationships" xmlns:a="http://schemas.openxmlformats.org/drawingml/2006/main" r:embed="Rc6389894918448d6">
            <a:extLst>
              <a:ext uri="{96DAC541-7B7A-43D3-8B79-37D633B846F1}">
                <asvg:svgBlip xmlns:asvg="http://schemas.microsoft.com/office/drawing/2016/SVG/main" r:embed="R71fc066c74b34dc1"/>
              </a:ext>
            </a:extLst>
          </a:blip>
          <a:stretch xmlns:a="http://schemas.openxmlformats.org/drawingml/2006/main">
            <a:fillRect l="0" t="0" r="0" b="0"/>
          </a:stretch>
        </p:blipFill>
        <p:spPr>
          <a:xfrm xmlns:a="http://schemas.openxmlformats.org/drawingml/2006/main">
            <a:off x="4835763" y="1534806"/>
            <a:ext cx="355600" cy="355600"/>
          </a:xfrm>
          <a:prstGeom xmlns:a="http://schemas.openxmlformats.org/drawingml/2006/main" prst="rect">
            <a:avLst/>
          </a:prstGeom>
        </p:spPr>
      </p:pic>
      <p:pic>
        <p:nvPicPr>
          <p:cNvPr id="108" name="Picture 11"/>
          <p:cNvPicPr>
            <a:picLocks xmlns:a="http://schemas.openxmlformats.org/drawingml/2006/main" noChangeAspect="1"/>
          </p:cNvPicPr>
          <p:nvPr/>
        </p:nvPicPr>
        <p:blipFill>
          <a:blip xmlns:r="http://schemas.openxmlformats.org/officeDocument/2006/relationships" xmlns:a="http://schemas.openxmlformats.org/drawingml/2006/main" r:embed="Rf08d7cf8501f40dc">
            <a:extLst>
              <a:ext uri="{96DAC541-7B7A-43D3-8B79-37D633B846F1}">
                <asvg:svgBlip xmlns:asvg="http://schemas.microsoft.com/office/drawing/2016/SVG/main" r:embed="R1e7fbfa36af441e3"/>
              </a:ext>
            </a:extLst>
          </a:blip>
          <a:stretch xmlns:a="http://schemas.openxmlformats.org/drawingml/2006/main">
            <a:fillRect l="0" t="0" r="0" b="0"/>
          </a:stretch>
        </p:blipFill>
        <p:spPr>
          <a:xfrm xmlns:a="http://schemas.openxmlformats.org/drawingml/2006/main">
            <a:off x="4942404" y="3900092"/>
            <a:ext cx="355600" cy="355600"/>
          </a:xfrm>
          <a:prstGeom xmlns:a="http://schemas.openxmlformats.org/drawingml/2006/main" prst="rect">
            <a:avLst/>
          </a:prstGeom>
        </p:spPr>
      </p:pic>
    </p:spTree>
    <p:extLst>
      <p:ext uri="{BB962C8B-B14F-4D97-AF65-F5344CB8AC3E}">
        <p14:creationId xmlns:p14="http://schemas.microsoft.com/office/powerpoint/2010/main" val="669680027"/>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76" name="title-band">
            <a:extLst xmlns:a="http://schemas.openxmlformats.org/drawingml/2006/main">
              <a:ext uri="{FF2B5EF4-FFF2-40B4-BE49-F238E27FC236}">
                <a16:creationId xmlns:a16="http://schemas.microsoft.com/office/drawing/2014/main" id="{0EFC3074-E86C-4EF3-97D8-8E6564ADFF04}"/>
              </a:ext>
            </a:extLst>
          </p:cNvPr>
          <p:cNvSpPr>
            <a:spLocks xmlns:a="http://schemas.openxmlformats.org/drawingml/2006/main" noGrp="1"/>
          </p:cNvSpPr>
          <p:nvPr/>
        </p:nvSpPr>
        <p:spPr>
          <a:xfrm xmlns:a="http://schemas.openxmlformats.org/drawingml/2006/main">
            <a:off x="0" y="0"/>
            <a:ext cx="9144000" cy="838200"/>
          </a:xfrm>
          <a:prstGeom xmlns:a="http://schemas.openxmlformats.org/drawingml/2006/main" prst="rect">
            <a:avLst/>
          </a:prstGeom>
          <a:solidFill xmlns:a="http://schemas.openxmlformats.org/drawingml/2006/main">
            <a:srgbClr val="F0F0F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slide-title">
            <a:extLst xmlns:a="http://schemas.openxmlformats.org/drawingml/2006/main">
              <a:ext uri="{FF2B5EF4-FFF2-40B4-BE49-F238E27FC236}">
                <a16:creationId xmlns:a16="http://schemas.microsoft.com/office/drawing/2014/main" id="{91542D8D-21D2-4203-ABD3-60A576B8678F}"/>
              </a:ext>
            </a:extLst>
          </p:cNvPr>
          <p:cNvSpPr>
            <a:spLocks xmlns:a="http://schemas.openxmlformats.org/drawingml/2006/main" noGrp="1"/>
          </p:cNvSpPr>
          <p:nvPr/>
        </p:nvSpPr>
        <p:spPr>
          <a:xfrm xmlns:a="http://schemas.openxmlformats.org/drawingml/2006/main">
            <a:off x="323850" y="133350"/>
            <a:ext cx="7048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2550" b="0" i="0">
                <a:solidFill>
                  <a:srgbClr val="074B82"/>
                </a:solidFill>
                <a:latin typeface="Arial"/>
                <a:ea typeface="Arial"/>
                <a:cs typeface="Arial"/>
              </a:defRPr>
            </a:pPr>
            <a:r>
              <a:rPr sz="2550">
                <a:solidFill>
                  <a:srgbClr val="074B82"/>
                </a:solidFill>
                <a:latin typeface="Arial"/>
                <a:ea typeface="Arial"/>
                <a:cs typeface="Arial"/>
              </a:rPr>
              <a:t>5.3-2 Results: FPS &amp; Noise Analysis</a:t>
            </a:r>
            <a:endParaRPr sz="2550">
              <a:solidFill>
                <a:srgbClr val="074B82"/>
              </a:solidFill>
              <a:latin typeface="Arial"/>
              <a:ea typeface="Arial"/>
              <a:cs typeface="Arial"/>
            </a:endParaRPr>
          </a:p>
        </p:txBody>
      </p:sp>
      <p:sp>
        <p:nvSpPr>
          <p:cNvPr id="68" name="footer-left">
            <a:extLst xmlns:a="http://schemas.openxmlformats.org/drawingml/2006/main">
              <a:ext uri="{FF2B5EF4-FFF2-40B4-BE49-F238E27FC236}">
                <a16:creationId xmlns:a16="http://schemas.microsoft.com/office/drawing/2014/main" id="{5854519D-119A-44AA-A616-6EF10FC64F81}"/>
              </a:ext>
            </a:extLst>
          </p:cNvPr>
          <p:cNvSpPr>
            <a:spLocks xmlns:a="http://schemas.openxmlformats.org/drawingml/2006/main" noGrp="1"/>
          </p:cNvSpPr>
          <p:nvPr/>
        </p:nvSpPr>
        <p:spPr>
          <a:xfrm xmlns:a="http://schemas.openxmlformats.org/drawingml/2006/main">
            <a:off x="0" y="6629400"/>
            <a:ext cx="3048000" cy="228600"/>
          </a:xfrm>
          <a:prstGeom xmlns:a="http://schemas.openxmlformats.org/drawingml/2006/main" prst="rect">
            <a:avLst/>
          </a:prstGeom>
          <a:solidFill xmlns:a="http://schemas.openxmlformats.org/drawingml/2006/main">
            <a:srgbClr val="C4C5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9" name="footer-center">
            <a:extLst xmlns:a="http://schemas.openxmlformats.org/drawingml/2006/main">
              <a:ext uri="{FF2B5EF4-FFF2-40B4-BE49-F238E27FC236}">
                <a16:creationId xmlns:a16="http://schemas.microsoft.com/office/drawing/2014/main" id="{761FECDD-BDB7-4854-80B3-08A374F2A491}"/>
              </a:ext>
            </a:extLst>
          </p:cNvPr>
          <p:cNvSpPr>
            <a:spLocks xmlns:a="http://schemas.openxmlformats.org/drawingml/2006/main" noGrp="1"/>
          </p:cNvSpPr>
          <p:nvPr/>
        </p:nvSpPr>
        <p:spPr>
          <a:xfrm xmlns:a="http://schemas.openxmlformats.org/drawingml/2006/main">
            <a:off x="3048000" y="6629400"/>
            <a:ext cx="3048000" cy="228600"/>
          </a:xfrm>
          <a:prstGeom xmlns:a="http://schemas.openxmlformats.org/drawingml/2006/main" prst="rect">
            <a:avLst/>
          </a:prstGeom>
          <a:solidFill xmlns:a="http://schemas.openxmlformats.org/drawingml/2006/main">
            <a:srgbClr val="B8BBD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0" name="footer-right">
            <a:extLst xmlns:a="http://schemas.openxmlformats.org/drawingml/2006/main">
              <a:ext uri="{FF2B5EF4-FFF2-40B4-BE49-F238E27FC236}">
                <a16:creationId xmlns:a16="http://schemas.microsoft.com/office/drawing/2014/main" id="{EFBFEC80-ADF8-48DE-85A4-E3B4DE7A17D2}"/>
              </a:ext>
            </a:extLst>
          </p:cNvPr>
          <p:cNvSpPr>
            <a:spLocks xmlns:a="http://schemas.openxmlformats.org/drawingml/2006/main" noGrp="1"/>
          </p:cNvSpPr>
          <p:nvPr/>
        </p:nvSpPr>
        <p:spPr>
          <a:xfrm xmlns:a="http://schemas.openxmlformats.org/drawingml/2006/main">
            <a:off x="6096000" y="6629400"/>
            <a:ext cx="2476500" cy="228600"/>
          </a:xfrm>
          <a:prstGeom xmlns:a="http://schemas.openxmlformats.org/drawingml/2006/main" prst="rect">
            <a:avLst/>
          </a:prstGeom>
          <a:solidFill xmlns:a="http://schemas.openxmlformats.org/drawingml/2006/main">
            <a:srgbClr val="C4C5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1" name="footer-page">
            <a:extLst xmlns:a="http://schemas.openxmlformats.org/drawingml/2006/main">
              <a:ext uri="{FF2B5EF4-FFF2-40B4-BE49-F238E27FC236}">
                <a16:creationId xmlns:a16="http://schemas.microsoft.com/office/drawing/2014/main" id="{A1520BF1-D5A5-4854-A1B5-222D7DCB4537}"/>
              </a:ext>
            </a:extLst>
          </p:cNvPr>
          <p:cNvSpPr>
            <a:spLocks xmlns:a="http://schemas.openxmlformats.org/drawingml/2006/main" noGrp="1"/>
          </p:cNvSpPr>
          <p:nvPr/>
        </p:nvSpPr>
        <p:spPr>
          <a:xfrm xmlns:a="http://schemas.openxmlformats.org/drawingml/2006/main">
            <a:off x="8572500" y="6629400"/>
            <a:ext cx="571500" cy="228600"/>
          </a:xfrm>
          <a:prstGeom xmlns:a="http://schemas.openxmlformats.org/drawingml/2006/main" prst="rect">
            <a:avLst/>
          </a:prstGeom>
          <a:solidFill xmlns:a="http://schemas.openxmlformats.org/drawingml/2006/main">
            <a:srgbClr val="B8BBD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3" name="矩形 72">
            <a:extLst xmlns:a="http://schemas.openxmlformats.org/drawingml/2006/main">
              <a:ext uri="{FF2B5EF4-FFF2-40B4-BE49-F238E27FC236}">
                <a16:creationId xmlns:a16="http://schemas.microsoft.com/office/drawing/2014/main" id="{B34572BB-5E63-4478-8B9C-A7752F58AB7D}"/>
              </a:ext>
            </a:extLst>
          </p:cNvPr>
          <p:cNvSpPr>
            <a:spLocks xmlns:a="http://schemas.openxmlformats.org/drawingml/2006/main" noGrp="1"/>
          </p:cNvSpPr>
          <p:nvPr/>
        </p:nvSpPr>
        <p:spPr>
          <a:xfrm xmlns:a="http://schemas.openxmlformats.org/drawingml/2006/main">
            <a:off x="3810000" y="66294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EE5110/EE6110</a:t>
            </a:r>
            <a:endParaRPr sz="1050" b="0" i="0">
              <a:solidFill>
                <a:srgbClr val="242424"/>
              </a:solidFill>
              <a:latin typeface="Arial"/>
              <a:ea typeface="Arial"/>
              <a:cs typeface="Arial"/>
            </a:endParaRPr>
          </a:p>
        </p:txBody>
      </p:sp>
      <p:sp>
        <p:nvSpPr>
          <p:cNvPr id="74" name="矩形 73">
            <a:extLst xmlns:a="http://schemas.openxmlformats.org/drawingml/2006/main">
              <a:ext uri="{FF2B5EF4-FFF2-40B4-BE49-F238E27FC236}">
                <a16:creationId xmlns:a16="http://schemas.microsoft.com/office/drawing/2014/main" id="{48155C93-9FA7-4EE9-B7DE-F3F76CE511A1}"/>
              </a:ext>
            </a:extLst>
          </p:cNvPr>
          <p:cNvSpPr>
            <a:spLocks xmlns:a="http://schemas.openxmlformats.org/drawingml/2006/main" noGrp="1"/>
          </p:cNvSpPr>
          <p:nvPr/>
        </p:nvSpPr>
        <p:spPr>
          <a:xfrm xmlns:a="http://schemas.openxmlformats.org/drawingml/2006/main">
            <a:off x="6572250" y="66294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975" b="0" i="0">
                <a:solidFill>
                  <a:srgbClr val="242424"/>
                </a:solidFill>
                <a:latin typeface="Arial"/>
                <a:ea typeface="Arial"/>
                <a:cs typeface="Arial"/>
              </a:defRPr>
            </a:pPr>
            <a:r>
              <a:rPr sz="975" b="0" i="0">
                <a:solidFill>
                  <a:srgbClr val="242424"/>
                </a:solidFill>
                <a:latin typeface="Arial"/>
                <a:ea typeface="Arial"/>
                <a:cs typeface="Arial"/>
              </a:rPr>
              <a:t>Event Camera Simulator</a:t>
            </a:r>
            <a:endParaRPr sz="975" b="0" i="0">
              <a:solidFill>
                <a:srgbClr val="242424"/>
              </a:solidFill>
              <a:latin typeface="Arial"/>
              <a:ea typeface="Arial"/>
              <a:cs typeface="Arial"/>
            </a:endParaRPr>
          </a:p>
        </p:txBody>
      </p:sp>
      <p:sp>
        <p:nvSpPr>
          <p:cNvPr id="75" name="矩形 74">
            <a:extLst xmlns:a="http://schemas.openxmlformats.org/drawingml/2006/main">
              <a:ext uri="{FF2B5EF4-FFF2-40B4-BE49-F238E27FC236}">
                <a16:creationId xmlns:a16="http://schemas.microsoft.com/office/drawing/2014/main" id="{80DBA4EF-EED8-40AE-B73D-2526B2390BAB}"/>
              </a:ext>
            </a:extLst>
          </p:cNvPr>
          <p:cNvSpPr>
            <a:spLocks xmlns:a="http://schemas.openxmlformats.org/drawingml/2006/main" noGrp="1"/>
          </p:cNvSpPr>
          <p:nvPr/>
        </p:nvSpPr>
        <p:spPr>
          <a:xfrm xmlns:a="http://schemas.openxmlformats.org/drawingml/2006/main">
            <a:off x="8677275" y="66294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19</a:t>
            </a:r>
            <a:endParaRPr sz="1050" b="0" i="0">
              <a:solidFill>
                <a:srgbClr val="242424"/>
              </a:solidFill>
              <a:latin typeface="Arial"/>
              <a:ea typeface="Arial"/>
              <a:cs typeface="Arial"/>
            </a:endParaRPr>
          </a:p>
        </p:txBody>
      </p:sp>
      <p:sp>
        <p:nvSpPr>
          <p:cNvPr id="77" name="矩形 76">
            <a:extLst xmlns:a="http://schemas.openxmlformats.org/drawingml/2006/main">
              <a:ext uri="{FF2B5EF4-FFF2-40B4-BE49-F238E27FC236}">
                <a16:creationId xmlns:a16="http://schemas.microsoft.com/office/drawing/2014/main" id="{EBEE9C17-63BD-4A5A-914B-11C1F6762411}"/>
              </a:ext>
            </a:extLst>
          </p:cNvPr>
          <p:cNvSpPr>
            <a:spLocks xmlns:a="http://schemas.openxmlformats.org/drawingml/2006/main" noGrp="1"/>
          </p:cNvSpPr>
          <p:nvPr/>
        </p:nvSpPr>
        <p:spPr>
          <a:xfrm xmlns:a="http://schemas.openxmlformats.org/drawingml/2006/main">
            <a:off x="904875" y="66294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Group</a:t>
            </a:r>
            <a:r>
              <a:rPr sz="1050" b="0" i="0">
                <a:solidFill>
                  <a:srgbClr val="242424"/>
                </a:solidFill>
                <a:latin typeface="Arial"/>
                <a:ea typeface="Arial"/>
                <a:cs typeface="Arial"/>
              </a:rPr>
              <a:t> 1</a:t>
            </a:r>
            <a:r>
              <a:rPr sz="1050" b="0" i="0">
                <a:solidFill>
                  <a:srgbClr val="242424"/>
                </a:solidFill>
                <a:latin typeface="Arial"/>
                <a:ea typeface="Arial"/>
                <a:cs typeface="Arial"/>
              </a:rPr>
              <a:t>3</a:t>
            </a:r>
            <a:endParaRPr sz="1050" b="0" i="0">
              <a:solidFill>
                <a:srgbClr val="242424"/>
              </a:solidFill>
              <a:latin typeface="Arial"/>
              <a:ea typeface="Arial"/>
              <a:cs typeface="Arial"/>
            </a:endParaRPr>
          </a:p>
        </p:txBody>
      </p:sp>
      <p:sp>
        <p:nvSpPr>
          <p:cNvPr id="82" name="AutoShape 11">
            <a:extLst xmlns:a="http://schemas.openxmlformats.org/drawingml/2006/main">
              <a:ext uri="{FF2B5EF4-FFF2-40B4-BE49-F238E27FC236}">
                <a16:creationId xmlns:a16="http://schemas.microsoft.com/office/drawing/2014/main" id="{6EB7F3EA-45D5-4D0B-944D-3F8F80500A29}"/>
              </a:ext>
            </a:extLst>
          </p:cNvPr>
          <p:cNvSpPr>
            <a:spLocks xmlns:a="http://schemas.openxmlformats.org/drawingml/2006/main" noGrp="1"/>
          </p:cNvSpPr>
          <p:nvPr/>
        </p:nvSpPr>
        <p:spPr>
          <a:xfrm xmlns:a="http://schemas.openxmlformats.org/drawingml/2006/main">
            <a:off x="1842134" y="2619375"/>
            <a:ext cx="5715000" cy="5080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marL="0" indent="0" algn="l">
              <a:lnSpc>
                <a:spcPct val="100000"/>
              </a:lnSpc>
              <a:buNone/>
            </a:pPr>
            <a:endParaRPr sz="1350">
              <a:solidFill>
                <a:srgbClr val="555555"/>
              </a:solidFill>
              <a:latin typeface="Arial"/>
              <a:ea typeface="Arial"/>
              <a:cs typeface="Arial"/>
            </a:endParaRPr>
          </a:p>
        </p:txBody>
      </p:sp>
      <p:sp>
        <p:nvSpPr>
          <p:cNvPr id="7" name="AutoShape 6">
            <a:extLst xmlns:a="http://schemas.openxmlformats.org/drawingml/2006/main">
              <a:ext uri="{FF2B5EF4-FFF2-40B4-BE49-F238E27FC236}">
                <a16:creationId xmlns:a16="http://schemas.microsoft.com/office/drawing/2014/main" id="{1CFBA1BB-65E4-4F3B-A707-9F36CA8AFE7D}"/>
              </a:ext>
            </a:extLst>
          </p:cNvPr>
          <p:cNvSpPr>
            <a:spLocks xmlns:a="http://schemas.openxmlformats.org/drawingml/2006/main" noGrp="1"/>
          </p:cNvSpPr>
          <p:nvPr/>
        </p:nvSpPr>
        <p:spPr>
          <a:xfrm xmlns:a="http://schemas.openxmlformats.org/drawingml/2006/main">
            <a:off x="4658876" y="1444229"/>
            <a:ext cx="4249425" cy="1946275"/>
          </a:xfrm>
          <a:prstGeom xmlns:a="http://schemas.openxmlformats.org/drawingml/2006/main" prst="roundRect">
            <a:avLst>
              <a:gd name="adj" fmla="val 0"/>
            </a:avLst>
          </a:prstGeom>
          <a:solidFill xmlns:a="http://schemas.openxmlformats.org/drawingml/2006/main">
            <a:schemeClr val="tx2">
              <a:alpha val="8000"/>
            </a:schemeClr>
          </a:solidFill>
          <a:ln xmlns:a="http://schemas.openxmlformats.org/drawingml/2006/main" w="12700" cmpd="sng">
            <a:solidFill>
              <a:schemeClr val="tx2">
                <a:alpha val="15000"/>
              </a:scheme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9" name="AutoShape 9">
            <a:extLst xmlns:a="http://schemas.openxmlformats.org/drawingml/2006/main">
              <a:ext uri="{FF2B5EF4-FFF2-40B4-BE49-F238E27FC236}">
                <a16:creationId xmlns:a16="http://schemas.microsoft.com/office/drawing/2014/main" id="{DCC4D055-7DCD-4D4D-9BCB-376156AB73D4}"/>
              </a:ext>
            </a:extLst>
          </p:cNvPr>
          <p:cNvSpPr>
            <a:spLocks xmlns:a="http://schemas.openxmlformats.org/drawingml/2006/main" noGrp="1"/>
          </p:cNvSpPr>
          <p:nvPr/>
        </p:nvSpPr>
        <p:spPr>
          <a:xfrm xmlns:a="http://schemas.openxmlformats.org/drawingml/2006/main">
            <a:off x="4895731" y="2104629"/>
            <a:ext cx="3496946" cy="98425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marL="0" indent="0" algn="l">
              <a:lnSpc>
                <a:spcPct val="100000"/>
              </a:lnSpc>
              <a:buNone/>
            </a:pPr>
            <a:r>
              <a:rPr sz="1500" b="1">
                <a:solidFill>
                  <a:srgbClr val="074B82"/>
                </a:solidFill>
                <a:latin typeface="Arial"/>
                <a:ea typeface="Arial"/>
                <a:cs typeface="Arial"/>
              </a:rPr>
              <a:t>Minimal Effect: </a:t>
            </a:r>
            <a:r>
              <a:rPr sz="1350">
                <a:solidFill>
                  <a:srgbClr val="555555"/>
                </a:solidFill>
                <a:latin typeface="Arial"/>
                <a:ea typeface="Arial"/>
                <a:cs typeface="Arial"/>
              </a:rPr>
              <a:t>Under ideal conditions, varying input FPS (30, 60, 120) has a negligible effect on the total event count, which remains stable around 6,000.</a:t>
            </a:r>
            <a:endParaRPr sz="1350">
              <a:solidFill>
                <a:srgbClr val="555555"/>
              </a:solidFill>
              <a:latin typeface="Arial"/>
              <a:ea typeface="Arial"/>
              <a:cs typeface="Arial"/>
            </a:endParaRPr>
          </a:p>
        </p:txBody>
      </p:sp>
      <p:sp>
        <p:nvSpPr>
          <p:cNvPr id="10" name="AutoShape 7">
            <a:extLst xmlns:a="http://schemas.openxmlformats.org/drawingml/2006/main">
              <a:ext uri="{FF2B5EF4-FFF2-40B4-BE49-F238E27FC236}">
                <a16:creationId xmlns:a16="http://schemas.microsoft.com/office/drawing/2014/main" id="{FB8F541D-1281-469C-8DB4-ABFD817A583D}"/>
              </a:ext>
            </a:extLst>
          </p:cNvPr>
          <p:cNvSpPr>
            <a:spLocks xmlns:a="http://schemas.openxmlformats.org/drawingml/2006/main" noGrp="1"/>
          </p:cNvSpPr>
          <p:nvPr/>
        </p:nvSpPr>
        <p:spPr>
          <a:xfrm xmlns:a="http://schemas.openxmlformats.org/drawingml/2006/main">
            <a:off x="5411357" y="1629333"/>
            <a:ext cx="6096000" cy="3810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marL="0" indent="0" algn="l">
              <a:lnSpc>
                <a:spcPct val="125000"/>
              </a:lnSpc>
              <a:buNone/>
            </a:pPr>
            <a:endParaRPr sz="1500" b="1">
              <a:solidFill>
                <a:srgbClr val="074B82"/>
              </a:solidFill>
              <a:latin typeface="Arial"/>
              <a:ea typeface="Arial"/>
              <a:cs typeface="Arial"/>
            </a:endParaRPr>
          </a:p>
          <a:p xmlns:a="http://schemas.openxmlformats.org/drawingml/2006/main">
            <a:pPr marL="0" indent="0" algn="l">
              <a:lnSpc>
                <a:spcPct val="125000"/>
              </a:lnSpc>
              <a:buNone/>
            </a:pPr>
            <a:r>
              <a:rPr sz="1500" b="1">
                <a:solidFill>
                  <a:srgbClr val="074B82"/>
                </a:solidFill>
                <a:latin typeface="Arial"/>
                <a:ea typeface="Arial"/>
                <a:cs typeface="Arial"/>
              </a:rPr>
              <a:t>Key Finding: FPS Impact</a:t>
            </a:r>
            <a:endParaRPr sz="1500" b="1">
              <a:solidFill>
                <a:srgbClr val="074B82"/>
              </a:solidFill>
              <a:latin typeface="Arial"/>
              <a:ea typeface="Arial"/>
              <a:cs typeface="Arial"/>
            </a:endParaRPr>
          </a:p>
          <a:p xmlns:a="http://schemas.openxmlformats.org/drawingml/2006/main">
            <a:pPr marL="0" indent="0" algn="l">
              <a:lnSpc>
                <a:spcPct val="125000"/>
              </a:lnSpc>
              <a:buNone/>
            </a:pPr>
            <a:endParaRPr sz="1500" b="1">
              <a:solidFill>
                <a:srgbClr val="074B82"/>
              </a:solidFill>
              <a:latin typeface="Arial"/>
              <a:ea typeface="Arial"/>
              <a:cs typeface="Arial"/>
            </a:endParaRPr>
          </a:p>
          <a:p xmlns:a="http://schemas.openxmlformats.org/drawingml/2006/main">
            <a:pPr marL="0" indent="0" algn="l">
              <a:lnSpc>
                <a:spcPct val="125000"/>
              </a:lnSpc>
              <a:buNone/>
            </a:pPr>
            <a:endParaRPr sz="1500" b="1">
              <a:solidFill>
                <a:srgbClr val="074B82"/>
              </a:solidFill>
              <a:latin typeface="Arial"/>
              <a:ea typeface="Arial"/>
              <a:cs typeface="Arial"/>
            </a:endParaRPr>
          </a:p>
        </p:txBody>
      </p:sp>
      <p:sp>
        <p:nvSpPr>
          <p:cNvPr id="15" name="AutoShape 11">
            <a:extLst xmlns:a="http://schemas.openxmlformats.org/drawingml/2006/main">
              <a:ext uri="{FF2B5EF4-FFF2-40B4-BE49-F238E27FC236}">
                <a16:creationId xmlns:a16="http://schemas.microsoft.com/office/drawing/2014/main" id="{3AA8CF7E-7113-4EA2-9F40-C5EDCFEA7FC0}"/>
              </a:ext>
            </a:extLst>
          </p:cNvPr>
          <p:cNvSpPr>
            <a:spLocks xmlns:a="http://schemas.openxmlformats.org/drawingml/2006/main" noGrp="1"/>
          </p:cNvSpPr>
          <p:nvPr/>
        </p:nvSpPr>
        <p:spPr>
          <a:xfrm xmlns:a="http://schemas.openxmlformats.org/drawingml/2006/main">
            <a:off x="1842134" y="4905771"/>
            <a:ext cx="5715000" cy="5080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marL="0" indent="0" algn="l">
              <a:lnSpc>
                <a:spcPct val="100000"/>
              </a:lnSpc>
              <a:buNone/>
            </a:pPr>
            <a:endParaRPr sz="1350">
              <a:solidFill>
                <a:srgbClr val="555555"/>
              </a:solidFill>
              <a:latin typeface="Arial"/>
              <a:ea typeface="Arial"/>
              <a:cs typeface="Arial"/>
            </a:endParaRPr>
          </a:p>
        </p:txBody>
      </p:sp>
      <p:sp>
        <p:nvSpPr>
          <p:cNvPr id="16" name="AutoShape 6">
            <a:extLst xmlns:a="http://schemas.openxmlformats.org/drawingml/2006/main">
              <a:ext uri="{FF2B5EF4-FFF2-40B4-BE49-F238E27FC236}">
                <a16:creationId xmlns:a16="http://schemas.microsoft.com/office/drawing/2014/main" id="{42922335-75F6-4911-9DCD-F06AFB93E69E}"/>
              </a:ext>
            </a:extLst>
          </p:cNvPr>
          <p:cNvSpPr>
            <a:spLocks xmlns:a="http://schemas.openxmlformats.org/drawingml/2006/main" noGrp="1"/>
          </p:cNvSpPr>
          <p:nvPr/>
        </p:nvSpPr>
        <p:spPr>
          <a:xfrm xmlns:a="http://schemas.openxmlformats.org/drawingml/2006/main">
            <a:off x="4658877" y="3730625"/>
            <a:ext cx="4249426" cy="1946275"/>
          </a:xfrm>
          <a:prstGeom xmlns:a="http://schemas.openxmlformats.org/drawingml/2006/main" prst="roundRect">
            <a:avLst>
              <a:gd name="adj" fmla="val 0"/>
            </a:avLst>
          </a:prstGeom>
          <a:solidFill xmlns:a="http://schemas.openxmlformats.org/drawingml/2006/main">
            <a:schemeClr val="tx2">
              <a:alpha val="8000"/>
            </a:schemeClr>
          </a:solidFill>
          <a:ln xmlns:a="http://schemas.openxmlformats.org/drawingml/2006/main" w="12700" cmpd="sng">
            <a:solidFill>
              <a:schemeClr val="tx2">
                <a:alpha val="15000"/>
              </a:scheme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8" name="AutoShape 9">
            <a:extLst xmlns:a="http://schemas.openxmlformats.org/drawingml/2006/main">
              <a:ext uri="{FF2B5EF4-FFF2-40B4-BE49-F238E27FC236}">
                <a16:creationId xmlns:a16="http://schemas.microsoft.com/office/drawing/2014/main" id="{5B693B39-304F-4E2A-8990-057CBCEAEBBC}"/>
              </a:ext>
            </a:extLst>
          </p:cNvPr>
          <p:cNvSpPr>
            <a:spLocks xmlns:a="http://schemas.openxmlformats.org/drawingml/2006/main" noGrp="1"/>
          </p:cNvSpPr>
          <p:nvPr/>
        </p:nvSpPr>
        <p:spPr>
          <a:xfrm xmlns:a="http://schemas.openxmlformats.org/drawingml/2006/main">
            <a:off x="4895731" y="4391025"/>
            <a:ext cx="3496946" cy="98425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marL="0" indent="0" algn="l">
              <a:lnSpc>
                <a:spcPct val="100000"/>
              </a:lnSpc>
              <a:buNone/>
            </a:pPr>
            <a:r>
              <a:rPr sz="1500" b="1">
                <a:solidFill>
                  <a:srgbClr val="074B82"/>
                </a:solidFill>
                <a:latin typeface="Arial"/>
                <a:ea typeface="Arial"/>
                <a:cs typeface="Arial"/>
              </a:rPr>
              <a:t>Event Increase: </a:t>
            </a:r>
            <a:r>
              <a:rPr sz="1350">
                <a:solidFill>
                  <a:srgbClr val="555555"/>
                </a:solidFill>
                <a:latin typeface="Arial"/>
                <a:ea typeface="Arial"/>
                <a:cs typeface="Arial"/>
              </a:rPr>
              <a:t>Adding noise significantly increases the total event count by approximately 22.5% (from ~6,144 to ~7,528 at 30 FPS).</a:t>
            </a:r>
            <a:endParaRPr sz="1350">
              <a:solidFill>
                <a:srgbClr val="555555"/>
              </a:solidFill>
              <a:latin typeface="Arial"/>
              <a:ea typeface="Arial"/>
              <a:cs typeface="Arial"/>
            </a:endParaRPr>
          </a:p>
        </p:txBody>
      </p:sp>
      <p:sp>
        <p:nvSpPr>
          <p:cNvPr id="23" name="AutoShape 7">
            <a:extLst xmlns:a="http://schemas.openxmlformats.org/drawingml/2006/main">
              <a:ext uri="{FF2B5EF4-FFF2-40B4-BE49-F238E27FC236}">
                <a16:creationId xmlns:a16="http://schemas.microsoft.com/office/drawing/2014/main" id="{22B81686-F86F-47EC-BA98-3BF01ADF3A30}"/>
              </a:ext>
            </a:extLst>
          </p:cNvPr>
          <p:cNvSpPr>
            <a:spLocks xmlns:a="http://schemas.openxmlformats.org/drawingml/2006/main" noGrp="1"/>
          </p:cNvSpPr>
          <p:nvPr/>
        </p:nvSpPr>
        <p:spPr>
          <a:xfrm xmlns:a="http://schemas.openxmlformats.org/drawingml/2006/main">
            <a:off x="5411357" y="4132859"/>
            <a:ext cx="6096000" cy="3810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marL="0" indent="0" algn="l">
              <a:lnSpc>
                <a:spcPct val="125000"/>
              </a:lnSpc>
              <a:buNone/>
            </a:pPr>
            <a:endParaRPr sz="1500" b="1">
              <a:solidFill>
                <a:srgbClr val="074B82"/>
              </a:solidFill>
              <a:latin typeface="Arial"/>
              <a:ea typeface="Arial"/>
              <a:cs typeface="Arial"/>
            </a:endParaRPr>
          </a:p>
          <a:p xmlns:a="http://schemas.openxmlformats.org/drawingml/2006/main">
            <a:pPr marL="0" indent="0" algn="l">
              <a:lnSpc>
                <a:spcPct val="125000"/>
              </a:lnSpc>
              <a:buNone/>
            </a:pPr>
            <a:r>
              <a:rPr sz="1500" b="1">
                <a:solidFill>
                  <a:srgbClr val="074B82"/>
                </a:solidFill>
                <a:latin typeface="Arial"/>
                <a:ea typeface="Arial"/>
                <a:cs typeface="Arial"/>
              </a:rPr>
              <a:t>Key Finding: Noise Impact</a:t>
            </a:r>
            <a:endParaRPr sz="1500" b="1">
              <a:solidFill>
                <a:srgbClr val="074B82"/>
              </a:solidFill>
              <a:latin typeface="Arial"/>
              <a:ea typeface="Arial"/>
              <a:cs typeface="Arial"/>
            </a:endParaRPr>
          </a:p>
          <a:p xmlns:a="http://schemas.openxmlformats.org/drawingml/2006/main">
            <a:pPr marL="0" indent="0" algn="l">
              <a:lnSpc>
                <a:spcPct val="125000"/>
              </a:lnSpc>
              <a:buNone/>
            </a:pPr>
            <a:endParaRPr sz="1500" b="1">
              <a:solidFill>
                <a:srgbClr val="074B82"/>
              </a:solidFill>
              <a:latin typeface="Arial"/>
              <a:ea typeface="Arial"/>
              <a:cs typeface="Arial"/>
            </a:endParaRPr>
          </a:p>
          <a:p xmlns:a="http://schemas.openxmlformats.org/drawingml/2006/main">
            <a:pPr marL="0" indent="0" algn="l">
              <a:lnSpc>
                <a:spcPct val="125000"/>
              </a:lnSpc>
              <a:buNone/>
            </a:pPr>
            <a:endParaRPr sz="1500" b="1">
              <a:solidFill>
                <a:srgbClr val="074B82"/>
              </a:solidFill>
              <a:latin typeface="Arial"/>
              <a:ea typeface="Arial"/>
              <a:cs typeface="Arial"/>
            </a:endParaRPr>
          </a:p>
          <a:p xmlns:a="http://schemas.openxmlformats.org/drawingml/2006/main">
            <a:pPr marL="0" indent="0" algn="l">
              <a:lnSpc>
                <a:spcPct val="125000"/>
              </a:lnSpc>
              <a:buNone/>
            </a:pPr>
            <a:endParaRPr sz="1500" b="1">
              <a:solidFill>
                <a:srgbClr val="074B82"/>
              </a:solidFill>
              <a:latin typeface="Arial"/>
              <a:ea typeface="Arial"/>
              <a:cs typeface="Arial"/>
            </a:endParaRPr>
          </a:p>
        </p:txBody>
      </p:sp>
      <p:pic>
        <p:nvPicPr>
          <p:cNvPr id="105" name="图片 4"/>
          <p:cNvPicPr>
            <a:picLocks xmlns:a="http://schemas.openxmlformats.org/drawingml/2006/main" noChangeAspect="1"/>
          </p:cNvPicPr>
          <p:nvPr/>
        </p:nvPicPr>
        <p:blipFill>
          <a:blip xmlns:r="http://schemas.openxmlformats.org/officeDocument/2006/relationships" xmlns:a="http://schemas.openxmlformats.org/drawingml/2006/main" r:embed="R7a2c76cfb30d4714"/>
          <a:stretch xmlns:a="http://schemas.openxmlformats.org/drawingml/2006/main">
            <a:fillRect l="0" t="0" r="0" b="0"/>
          </a:stretch>
        </p:blipFill>
        <p:spPr>
          <a:xfrm xmlns:a="http://schemas.openxmlformats.org/drawingml/2006/main">
            <a:off x="684643" y="939475"/>
            <a:ext cx="3375545" cy="2531658"/>
          </a:xfrm>
          <a:prstGeom xmlns:a="http://schemas.openxmlformats.org/drawingml/2006/main" prst="rect">
            <a:avLst/>
          </a:prstGeom>
        </p:spPr>
      </p:pic>
      <p:pic>
        <p:nvPicPr>
          <p:cNvPr id="106" name="图片 11"/>
          <p:cNvPicPr>
            <a:picLocks xmlns:a="http://schemas.openxmlformats.org/drawingml/2006/main" noChangeAspect="1"/>
          </p:cNvPicPr>
          <p:nvPr/>
        </p:nvPicPr>
        <p:blipFill>
          <a:blip xmlns:r="http://schemas.openxmlformats.org/officeDocument/2006/relationships" xmlns:a="http://schemas.openxmlformats.org/drawingml/2006/main" r:embed="R55e8e31d9cc64567"/>
          <a:stretch xmlns:a="http://schemas.openxmlformats.org/drawingml/2006/main">
            <a:fillRect l="0" t="0" r="0" b="0"/>
          </a:stretch>
        </p:blipFill>
        <p:spPr>
          <a:xfrm xmlns:a="http://schemas.openxmlformats.org/drawingml/2006/main">
            <a:off x="670660" y="3429000"/>
            <a:ext cx="3436201" cy="2577151"/>
          </a:xfrm>
          <a:prstGeom xmlns:a="http://schemas.openxmlformats.org/drawingml/2006/main" prst="rect">
            <a:avLst/>
          </a:prstGeom>
        </p:spPr>
      </p:pic>
      <p:pic>
        <p:nvPicPr>
          <p:cNvPr id="107" name="Picture 7"/>
          <p:cNvPicPr>
            <a:picLocks xmlns:a="http://schemas.openxmlformats.org/drawingml/2006/main" noChangeAspect="1"/>
          </p:cNvPicPr>
          <p:nvPr/>
        </p:nvPicPr>
        <p:blipFill>
          <a:blip xmlns:r="http://schemas.openxmlformats.org/officeDocument/2006/relationships" xmlns:a="http://schemas.openxmlformats.org/drawingml/2006/main" r:embed="R7a2c76cfb30d4714">
            <a:extLst>
              <a:ext uri="{96DAC541-7B7A-43D3-8B79-37D633B846F1}">
                <asvg:svgBlip xmlns:asvg="http://schemas.microsoft.com/office/drawing/2016/SVG/main" r:embed="R5c03b9284a764692"/>
              </a:ext>
            </a:extLst>
          </a:blip>
          <a:stretch xmlns:a="http://schemas.openxmlformats.org/drawingml/2006/main">
            <a:fillRect l="0" t="0" r="0" b="0"/>
          </a:stretch>
        </p:blipFill>
        <p:spPr>
          <a:xfrm xmlns:a="http://schemas.openxmlformats.org/drawingml/2006/main">
            <a:off x="4902516" y="1562696"/>
            <a:ext cx="304800" cy="304800"/>
          </a:xfrm>
          <a:prstGeom xmlns:a="http://schemas.openxmlformats.org/drawingml/2006/main" prst="rect">
            <a:avLst/>
          </a:prstGeom>
        </p:spPr>
      </p:pic>
      <p:pic>
        <p:nvPicPr>
          <p:cNvPr id="108" name="Picture 11"/>
          <p:cNvPicPr>
            <a:picLocks xmlns:a="http://schemas.openxmlformats.org/drawingml/2006/main" noChangeAspect="1"/>
          </p:cNvPicPr>
          <p:nvPr/>
        </p:nvPicPr>
        <p:blipFill>
          <a:blip xmlns:r="http://schemas.openxmlformats.org/officeDocument/2006/relationships" xmlns:a="http://schemas.openxmlformats.org/drawingml/2006/main" r:embed="R55e8e31d9cc64567">
            <a:extLst>
              <a:ext uri="{96DAC541-7B7A-43D3-8B79-37D633B846F1}">
                <asvg:svgBlip xmlns:asvg="http://schemas.microsoft.com/office/drawing/2016/SVG/main" r:embed="Rfd6e9a03f8d24f96"/>
              </a:ext>
            </a:extLst>
          </a:blip>
          <a:stretch xmlns:a="http://schemas.openxmlformats.org/drawingml/2006/main">
            <a:fillRect l="0" t="0" r="0" b="0"/>
          </a:stretch>
        </p:blipFill>
        <p:spPr>
          <a:xfrm xmlns:a="http://schemas.openxmlformats.org/drawingml/2006/main">
            <a:off x="4902516" y="3927001"/>
            <a:ext cx="304800" cy="304800"/>
          </a:xfrm>
          <a:prstGeom xmlns:a="http://schemas.openxmlformats.org/drawingml/2006/main" prst="rect">
            <a:avLst/>
          </a:prstGeom>
        </p:spPr>
      </p:pic>
    </p:spTree>
    <p:extLst>
      <p:ext uri="{BB962C8B-B14F-4D97-AF65-F5344CB8AC3E}">
        <p14:creationId xmlns:p14="http://schemas.microsoft.com/office/powerpoint/2010/main" val="1476401103"/>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76" name="title-band">
            <a:extLst xmlns:a="http://schemas.openxmlformats.org/drawingml/2006/main">
              <a:ext uri="{FF2B5EF4-FFF2-40B4-BE49-F238E27FC236}">
                <a16:creationId xmlns:a16="http://schemas.microsoft.com/office/drawing/2014/main" id="{A509EE78-DB3F-4328-BE59-C557ACADD2AD}"/>
              </a:ext>
            </a:extLst>
          </p:cNvPr>
          <p:cNvSpPr>
            <a:spLocks xmlns:a="http://schemas.openxmlformats.org/drawingml/2006/main" noGrp="1"/>
          </p:cNvSpPr>
          <p:nvPr/>
        </p:nvSpPr>
        <p:spPr>
          <a:xfrm xmlns:a="http://schemas.openxmlformats.org/drawingml/2006/main">
            <a:off x="0" y="0"/>
            <a:ext cx="9144000" cy="838200"/>
          </a:xfrm>
          <a:prstGeom xmlns:a="http://schemas.openxmlformats.org/drawingml/2006/main" prst="rect">
            <a:avLst/>
          </a:prstGeom>
          <a:solidFill xmlns:a="http://schemas.openxmlformats.org/drawingml/2006/main">
            <a:srgbClr val="F0F0F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slide-title">
            <a:extLst xmlns:a="http://schemas.openxmlformats.org/drawingml/2006/main">
              <a:ext uri="{FF2B5EF4-FFF2-40B4-BE49-F238E27FC236}">
                <a16:creationId xmlns:a16="http://schemas.microsoft.com/office/drawing/2014/main" id="{EB9A19EE-C405-47DC-B4E0-2F1F71C5E6A9}"/>
              </a:ext>
            </a:extLst>
          </p:cNvPr>
          <p:cNvSpPr>
            <a:spLocks xmlns:a="http://schemas.openxmlformats.org/drawingml/2006/main" noGrp="1"/>
          </p:cNvSpPr>
          <p:nvPr/>
        </p:nvSpPr>
        <p:spPr>
          <a:xfrm xmlns:a="http://schemas.openxmlformats.org/drawingml/2006/main">
            <a:off x="323850" y="133350"/>
            <a:ext cx="7048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2550" b="0" i="0">
                <a:solidFill>
                  <a:srgbClr val="074B82"/>
                </a:solidFill>
                <a:latin typeface="Arial"/>
                <a:ea typeface="Arial"/>
                <a:cs typeface="Arial"/>
              </a:defRPr>
            </a:pPr>
            <a:r>
              <a:rPr sz="2550">
                <a:solidFill>
                  <a:srgbClr val="074B82"/>
                </a:solidFill>
                <a:latin typeface="Arial"/>
                <a:ea typeface="Arial"/>
                <a:cs typeface="Arial"/>
              </a:rPr>
              <a:t>5.4 Visualization Result</a:t>
            </a:r>
            <a:endParaRPr sz="2550">
              <a:solidFill>
                <a:srgbClr val="074B82"/>
              </a:solidFill>
              <a:latin typeface="Arial"/>
              <a:ea typeface="Arial"/>
              <a:cs typeface="Arial"/>
            </a:endParaRPr>
          </a:p>
        </p:txBody>
      </p:sp>
      <p:sp>
        <p:nvSpPr>
          <p:cNvPr id="68" name="footer-left">
            <a:extLst xmlns:a="http://schemas.openxmlformats.org/drawingml/2006/main">
              <a:ext uri="{FF2B5EF4-FFF2-40B4-BE49-F238E27FC236}">
                <a16:creationId xmlns:a16="http://schemas.microsoft.com/office/drawing/2014/main" id="{AB40ED3B-AB6B-408B-9D82-44784C3F4C16}"/>
              </a:ext>
            </a:extLst>
          </p:cNvPr>
          <p:cNvSpPr>
            <a:spLocks xmlns:a="http://schemas.openxmlformats.org/drawingml/2006/main" noGrp="1"/>
          </p:cNvSpPr>
          <p:nvPr/>
        </p:nvSpPr>
        <p:spPr>
          <a:xfrm xmlns:a="http://schemas.openxmlformats.org/drawingml/2006/main">
            <a:off x="0" y="6629400"/>
            <a:ext cx="3048000" cy="228600"/>
          </a:xfrm>
          <a:prstGeom xmlns:a="http://schemas.openxmlformats.org/drawingml/2006/main" prst="rect">
            <a:avLst/>
          </a:prstGeom>
          <a:solidFill xmlns:a="http://schemas.openxmlformats.org/drawingml/2006/main">
            <a:srgbClr val="C4C5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9" name="footer-center">
            <a:extLst xmlns:a="http://schemas.openxmlformats.org/drawingml/2006/main">
              <a:ext uri="{FF2B5EF4-FFF2-40B4-BE49-F238E27FC236}">
                <a16:creationId xmlns:a16="http://schemas.microsoft.com/office/drawing/2014/main" id="{C4B2E08C-BE6C-473A-8D52-3876A5BE0019}"/>
              </a:ext>
            </a:extLst>
          </p:cNvPr>
          <p:cNvSpPr>
            <a:spLocks xmlns:a="http://schemas.openxmlformats.org/drawingml/2006/main" noGrp="1"/>
          </p:cNvSpPr>
          <p:nvPr/>
        </p:nvSpPr>
        <p:spPr>
          <a:xfrm xmlns:a="http://schemas.openxmlformats.org/drawingml/2006/main">
            <a:off x="3048000" y="6629400"/>
            <a:ext cx="3048000" cy="228600"/>
          </a:xfrm>
          <a:prstGeom xmlns:a="http://schemas.openxmlformats.org/drawingml/2006/main" prst="rect">
            <a:avLst/>
          </a:prstGeom>
          <a:solidFill xmlns:a="http://schemas.openxmlformats.org/drawingml/2006/main">
            <a:srgbClr val="B8BBD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0" name="footer-right">
            <a:extLst xmlns:a="http://schemas.openxmlformats.org/drawingml/2006/main">
              <a:ext uri="{FF2B5EF4-FFF2-40B4-BE49-F238E27FC236}">
                <a16:creationId xmlns:a16="http://schemas.microsoft.com/office/drawing/2014/main" id="{D253BCE5-142C-4D09-A024-0DAC035F08DE}"/>
              </a:ext>
            </a:extLst>
          </p:cNvPr>
          <p:cNvSpPr>
            <a:spLocks xmlns:a="http://schemas.openxmlformats.org/drawingml/2006/main" noGrp="1"/>
          </p:cNvSpPr>
          <p:nvPr/>
        </p:nvSpPr>
        <p:spPr>
          <a:xfrm xmlns:a="http://schemas.openxmlformats.org/drawingml/2006/main">
            <a:off x="6096000" y="6629400"/>
            <a:ext cx="2476500" cy="228600"/>
          </a:xfrm>
          <a:prstGeom xmlns:a="http://schemas.openxmlformats.org/drawingml/2006/main" prst="rect">
            <a:avLst/>
          </a:prstGeom>
          <a:solidFill xmlns:a="http://schemas.openxmlformats.org/drawingml/2006/main">
            <a:srgbClr val="C4C5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1" name="footer-page">
            <a:extLst xmlns:a="http://schemas.openxmlformats.org/drawingml/2006/main">
              <a:ext uri="{FF2B5EF4-FFF2-40B4-BE49-F238E27FC236}">
                <a16:creationId xmlns:a16="http://schemas.microsoft.com/office/drawing/2014/main" id="{64538078-3DF7-413F-A7DF-A338FA64594A}"/>
              </a:ext>
            </a:extLst>
          </p:cNvPr>
          <p:cNvSpPr>
            <a:spLocks xmlns:a="http://schemas.openxmlformats.org/drawingml/2006/main" noGrp="1"/>
          </p:cNvSpPr>
          <p:nvPr/>
        </p:nvSpPr>
        <p:spPr>
          <a:xfrm xmlns:a="http://schemas.openxmlformats.org/drawingml/2006/main">
            <a:off x="8572500" y="6629400"/>
            <a:ext cx="571500" cy="228600"/>
          </a:xfrm>
          <a:prstGeom xmlns:a="http://schemas.openxmlformats.org/drawingml/2006/main" prst="rect">
            <a:avLst/>
          </a:prstGeom>
          <a:solidFill xmlns:a="http://schemas.openxmlformats.org/drawingml/2006/main">
            <a:srgbClr val="B8BBD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3" name="矩形 72">
            <a:extLst xmlns:a="http://schemas.openxmlformats.org/drawingml/2006/main">
              <a:ext uri="{FF2B5EF4-FFF2-40B4-BE49-F238E27FC236}">
                <a16:creationId xmlns:a16="http://schemas.microsoft.com/office/drawing/2014/main" id="{572CFDB9-D4DD-4423-B90D-65EB28352A2B}"/>
              </a:ext>
            </a:extLst>
          </p:cNvPr>
          <p:cNvSpPr>
            <a:spLocks xmlns:a="http://schemas.openxmlformats.org/drawingml/2006/main" noGrp="1"/>
          </p:cNvSpPr>
          <p:nvPr/>
        </p:nvSpPr>
        <p:spPr>
          <a:xfrm xmlns:a="http://schemas.openxmlformats.org/drawingml/2006/main">
            <a:off x="3810000" y="66294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EE5110/EE6110</a:t>
            </a:r>
            <a:endParaRPr sz="1050" b="0" i="0">
              <a:solidFill>
                <a:srgbClr val="242424"/>
              </a:solidFill>
              <a:latin typeface="Arial"/>
              <a:ea typeface="Arial"/>
              <a:cs typeface="Arial"/>
            </a:endParaRPr>
          </a:p>
        </p:txBody>
      </p:sp>
      <p:sp>
        <p:nvSpPr>
          <p:cNvPr id="74" name="矩形 73">
            <a:extLst xmlns:a="http://schemas.openxmlformats.org/drawingml/2006/main">
              <a:ext uri="{FF2B5EF4-FFF2-40B4-BE49-F238E27FC236}">
                <a16:creationId xmlns:a16="http://schemas.microsoft.com/office/drawing/2014/main" id="{AC48FC04-49A1-49AB-857A-210C48D9823B}"/>
              </a:ext>
            </a:extLst>
          </p:cNvPr>
          <p:cNvSpPr>
            <a:spLocks xmlns:a="http://schemas.openxmlformats.org/drawingml/2006/main" noGrp="1"/>
          </p:cNvSpPr>
          <p:nvPr/>
        </p:nvSpPr>
        <p:spPr>
          <a:xfrm xmlns:a="http://schemas.openxmlformats.org/drawingml/2006/main">
            <a:off x="6572250" y="66294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975" b="0" i="0">
                <a:solidFill>
                  <a:srgbClr val="242424"/>
                </a:solidFill>
                <a:latin typeface="Arial"/>
                <a:ea typeface="Arial"/>
                <a:cs typeface="Arial"/>
              </a:defRPr>
            </a:pPr>
            <a:r>
              <a:rPr sz="975" b="0" i="0">
                <a:solidFill>
                  <a:srgbClr val="242424"/>
                </a:solidFill>
                <a:latin typeface="Arial"/>
                <a:ea typeface="Arial"/>
                <a:cs typeface="Arial"/>
              </a:rPr>
              <a:t>Event Camera Simulator</a:t>
            </a:r>
            <a:endParaRPr sz="975" b="0" i="0">
              <a:solidFill>
                <a:srgbClr val="242424"/>
              </a:solidFill>
              <a:latin typeface="Arial"/>
              <a:ea typeface="Arial"/>
              <a:cs typeface="Arial"/>
            </a:endParaRPr>
          </a:p>
        </p:txBody>
      </p:sp>
      <p:sp>
        <p:nvSpPr>
          <p:cNvPr id="75" name="矩形 74">
            <a:extLst xmlns:a="http://schemas.openxmlformats.org/drawingml/2006/main">
              <a:ext uri="{FF2B5EF4-FFF2-40B4-BE49-F238E27FC236}">
                <a16:creationId xmlns:a16="http://schemas.microsoft.com/office/drawing/2014/main" id="{500320FD-62C3-4C0B-9A22-D9EB6E905AFF}"/>
              </a:ext>
            </a:extLst>
          </p:cNvPr>
          <p:cNvSpPr>
            <a:spLocks xmlns:a="http://schemas.openxmlformats.org/drawingml/2006/main" noGrp="1"/>
          </p:cNvSpPr>
          <p:nvPr/>
        </p:nvSpPr>
        <p:spPr>
          <a:xfrm xmlns:a="http://schemas.openxmlformats.org/drawingml/2006/main">
            <a:off x="8677275" y="66294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20</a:t>
            </a:r>
            <a:endParaRPr sz="1050" b="0" i="0">
              <a:solidFill>
                <a:srgbClr val="242424"/>
              </a:solidFill>
              <a:latin typeface="Arial"/>
              <a:ea typeface="Arial"/>
              <a:cs typeface="Arial"/>
            </a:endParaRPr>
          </a:p>
        </p:txBody>
      </p:sp>
      <p:sp>
        <p:nvSpPr>
          <p:cNvPr id="77" name="矩形 76">
            <a:extLst xmlns:a="http://schemas.openxmlformats.org/drawingml/2006/main">
              <a:ext uri="{FF2B5EF4-FFF2-40B4-BE49-F238E27FC236}">
                <a16:creationId xmlns:a16="http://schemas.microsoft.com/office/drawing/2014/main" id="{BEFDD071-F8F3-4F31-BFDF-AA5710B73EEF}"/>
              </a:ext>
            </a:extLst>
          </p:cNvPr>
          <p:cNvSpPr>
            <a:spLocks xmlns:a="http://schemas.openxmlformats.org/drawingml/2006/main" noGrp="1"/>
          </p:cNvSpPr>
          <p:nvPr/>
        </p:nvSpPr>
        <p:spPr>
          <a:xfrm xmlns:a="http://schemas.openxmlformats.org/drawingml/2006/main">
            <a:off x="904875" y="66294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Group</a:t>
            </a:r>
            <a:r>
              <a:rPr sz="1050" b="0" i="0">
                <a:solidFill>
                  <a:srgbClr val="242424"/>
                </a:solidFill>
                <a:latin typeface="Arial"/>
                <a:ea typeface="Arial"/>
                <a:cs typeface="Arial"/>
              </a:rPr>
              <a:t> 1</a:t>
            </a:r>
            <a:r>
              <a:rPr sz="1050" b="0" i="0">
                <a:solidFill>
                  <a:srgbClr val="242424"/>
                </a:solidFill>
                <a:latin typeface="Arial"/>
                <a:ea typeface="Arial"/>
                <a:cs typeface="Arial"/>
              </a:rPr>
              <a:t>3</a:t>
            </a:r>
            <a:endParaRPr sz="1050" b="0" i="0">
              <a:solidFill>
                <a:srgbClr val="242424"/>
              </a:solidFill>
              <a:latin typeface="Arial"/>
              <a:ea typeface="Arial"/>
              <a:cs typeface="Arial"/>
            </a:endParaRPr>
          </a:p>
        </p:txBody>
      </p:sp>
      <p:sp>
        <p:nvSpPr>
          <p:cNvPr id="82" name="AutoShape 11">
            <a:extLst xmlns:a="http://schemas.openxmlformats.org/drawingml/2006/main">
              <a:ext uri="{FF2B5EF4-FFF2-40B4-BE49-F238E27FC236}">
                <a16:creationId xmlns:a16="http://schemas.microsoft.com/office/drawing/2014/main" id="{44A5E6E6-1FC4-4A03-A11E-96F257779A20}"/>
              </a:ext>
            </a:extLst>
          </p:cNvPr>
          <p:cNvSpPr>
            <a:spLocks xmlns:a="http://schemas.openxmlformats.org/drawingml/2006/main" noGrp="1"/>
          </p:cNvSpPr>
          <p:nvPr/>
        </p:nvSpPr>
        <p:spPr>
          <a:xfrm xmlns:a="http://schemas.openxmlformats.org/drawingml/2006/main">
            <a:off x="1842134" y="2619375"/>
            <a:ext cx="5715000" cy="508000"/>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marL="0" indent="0" algn="l">
              <a:lnSpc>
                <a:spcPct val="100000"/>
              </a:lnSpc>
              <a:buNone/>
            </a:pPr>
            <a:endParaRPr sz="1350">
              <a:solidFill>
                <a:srgbClr val="555555"/>
              </a:solidFill>
              <a:latin typeface="Arial"/>
              <a:ea typeface="Arial"/>
              <a:cs typeface="Arial"/>
            </a:endParaRPr>
          </a:p>
        </p:txBody>
      </p:sp>
      <p:sp>
        <p:nvSpPr>
          <p:cNvPr id="18" name="AutoShape 9">
            <a:extLst xmlns:a="http://schemas.openxmlformats.org/drawingml/2006/main">
              <a:ext uri="{FF2B5EF4-FFF2-40B4-BE49-F238E27FC236}">
                <a16:creationId xmlns:a16="http://schemas.microsoft.com/office/drawing/2014/main" id="{33C889A9-2147-402B-8491-29BAEE815A71}"/>
              </a:ext>
            </a:extLst>
          </p:cNvPr>
          <p:cNvSpPr>
            <a:spLocks xmlns:a="http://schemas.openxmlformats.org/drawingml/2006/main" noGrp="1"/>
          </p:cNvSpPr>
          <p:nvPr/>
        </p:nvSpPr>
        <p:spPr>
          <a:xfrm xmlns:a="http://schemas.openxmlformats.org/drawingml/2006/main">
            <a:off x="1842134" y="5283201"/>
            <a:ext cx="5497310" cy="1044574"/>
          </a:xfrm>
          <a:prstGeom xmlns:a="http://schemas.openxmlformats.org/drawingml/2006/main" prst="rect">
            <a:avLst/>
          </a:prstGeom>
          <a:noFill xmlns:a="http://schemas.openxmlformats.org/drawingml/2006/main"/>
          <a:ln xmlns:a="http://schemas.openxmlformats.org/drawingml/2006/main" w="12700"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a:buNone/>
            </a:pPr>
            <a:r>
              <a:rPr sz="1500" b="1">
                <a:solidFill>
                  <a:srgbClr val="074B82"/>
                </a:solidFill>
                <a:latin typeface="Arial"/>
                <a:ea typeface="Arial"/>
                <a:cs typeface="Arial"/>
              </a:rPr>
              <a:t>Polarity Accuracy: </a:t>
            </a:r>
            <a:r>
              <a:rPr sz="1350">
                <a:solidFill>
                  <a:srgbClr val="555555"/>
                </a:solidFill>
                <a:latin typeface="Arial"/>
                <a:ea typeface="Arial"/>
                <a:cs typeface="Arial"/>
              </a:rPr>
              <a:t>The visualization correctly shows ON events (red) for the leading edge and OFF events (blue) for the trailing edge of the moving bar, confirming correct event generation logic.</a:t>
            </a:r>
            <a:endParaRPr sz="1350">
              <a:solidFill>
                <a:srgbClr val="555555"/>
              </a:solidFill>
              <a:latin typeface="Arial"/>
              <a:ea typeface="Arial"/>
              <a:cs typeface="Arial"/>
            </a:endParaRPr>
          </a:p>
          <a:p xmlns:a="http://schemas.openxmlformats.org/drawingml/2006/main">
            <a:pPr>
              <a:buNone/>
            </a:pPr>
            <a:endParaRPr sz="1350">
              <a:solidFill>
                <a:srgbClr val="555555"/>
              </a:solidFill>
              <a:latin typeface="Arial"/>
              <a:ea typeface="Arial"/>
              <a:cs typeface="Arial"/>
            </a:endParaRPr>
          </a:p>
        </p:txBody>
      </p:sp>
      <p:pic>
        <p:nvPicPr>
          <p:cNvPr id="96" name="图片 3"/>
          <p:cNvPicPr>
            <a:picLocks xmlns:a="http://schemas.openxmlformats.org/drawingml/2006/main" noChangeAspect="1"/>
          </p:cNvPicPr>
          <p:nvPr/>
        </p:nvPicPr>
        <p:blipFill>
          <a:blip xmlns:r="http://schemas.openxmlformats.org/officeDocument/2006/relationships" xmlns:a="http://schemas.openxmlformats.org/drawingml/2006/main" r:embed="R345321d7408542a5"/>
          <a:stretch xmlns:a="http://schemas.openxmlformats.org/drawingml/2006/main">
            <a:fillRect l="0" t="0" r="0" b="0"/>
          </a:stretch>
        </p:blipFill>
        <p:spPr>
          <a:xfrm xmlns:a="http://schemas.openxmlformats.org/drawingml/2006/main">
            <a:off x="1685898" y="1160217"/>
            <a:ext cx="5686452" cy="4264840"/>
          </a:xfrm>
          <a:prstGeom xmlns:a="http://schemas.openxmlformats.org/drawingml/2006/main" prst="rect">
            <a:avLst/>
          </a:prstGeom>
        </p:spPr>
      </p:pic>
    </p:spTree>
    <p:extLst>
      <p:ext uri="{BB962C8B-B14F-4D97-AF65-F5344CB8AC3E}">
        <p14:creationId xmlns:p14="http://schemas.microsoft.com/office/powerpoint/2010/main" val="19836819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title-band">
            <a:extLst xmlns:a="http://schemas.openxmlformats.org/drawingml/2006/main">
              <a:ext uri="{FF2B5EF4-FFF2-40B4-BE49-F238E27FC236}">
                <a16:creationId xmlns:a16="http://schemas.microsoft.com/office/drawing/2014/main" id="{66BA8C54-D9FF-46E2-A687-5D58C1154FF7}"/>
              </a:ext>
            </a:extLst>
          </p:cNvPr>
          <p:cNvSpPr>
            <a:spLocks xmlns:a="http://schemas.openxmlformats.org/drawingml/2006/main" noGrp="1"/>
          </p:cNvSpPr>
          <p:nvPr/>
        </p:nvSpPr>
        <p:spPr>
          <a:xfrm xmlns:a="http://schemas.openxmlformats.org/drawingml/2006/main">
            <a:off x="0" y="0"/>
            <a:ext cx="9144000" cy="838200"/>
          </a:xfrm>
          <a:prstGeom xmlns:a="http://schemas.openxmlformats.org/drawingml/2006/main" prst="rect">
            <a:avLst/>
          </a:prstGeom>
          <a:solidFill xmlns:a="http://schemas.openxmlformats.org/drawingml/2006/main">
            <a:srgbClr val="F0F0F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slide-title">
            <a:extLst xmlns:a="http://schemas.openxmlformats.org/drawingml/2006/main">
              <a:ext uri="{FF2B5EF4-FFF2-40B4-BE49-F238E27FC236}">
                <a16:creationId xmlns:a16="http://schemas.microsoft.com/office/drawing/2014/main" id="{1CEFC140-949C-4E88-8AF6-AD7A10204C36}"/>
              </a:ext>
            </a:extLst>
          </p:cNvPr>
          <p:cNvSpPr>
            <a:spLocks xmlns:a="http://schemas.openxmlformats.org/drawingml/2006/main" noGrp="1"/>
          </p:cNvSpPr>
          <p:nvPr/>
        </p:nvSpPr>
        <p:spPr>
          <a:xfrm xmlns:a="http://schemas.openxmlformats.org/drawingml/2006/main">
            <a:off x="323850" y="133350"/>
            <a:ext cx="7048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lnSpc>
                <a:spcPct val="100000"/>
              </a:lnSpc>
              <a:buNone/>
              <a:defRPr sz="2550" b="0" i="0">
                <a:solidFill>
                  <a:srgbClr val="074B82"/>
                </a:solidFill>
                <a:latin typeface="Arial"/>
                <a:ea typeface="Arial"/>
                <a:cs typeface="Arial"/>
              </a:defRPr>
            </a:pPr>
            <a:r>
              <a:rPr sz="2550" b="0" i="0">
                <a:solidFill>
                  <a:srgbClr val="074B82"/>
                </a:solidFill>
                <a:latin typeface="Arial"/>
                <a:ea typeface="Arial"/>
                <a:cs typeface="Arial"/>
              </a:rPr>
              <a:t>References</a:t>
            </a:r>
            <a:endParaRPr sz="2550" b="0" i="0">
              <a:solidFill>
                <a:srgbClr val="074B82"/>
              </a:solidFill>
              <a:latin typeface="Arial"/>
              <a:ea typeface="Arial"/>
              <a:cs typeface="Arial"/>
            </a:endParaRPr>
          </a:p>
        </p:txBody>
      </p:sp>
      <p:sp>
        <p:nvSpPr>
          <p:cNvPr id="34" name="footer-left">
            <a:extLst xmlns:a="http://schemas.openxmlformats.org/drawingml/2006/main">
              <a:ext uri="{FF2B5EF4-FFF2-40B4-BE49-F238E27FC236}">
                <a16:creationId xmlns:a16="http://schemas.microsoft.com/office/drawing/2014/main" id="{47F663FC-FBBE-4B85-9BF9-EED46ABCEFC0}"/>
              </a:ext>
            </a:extLst>
          </p:cNvPr>
          <p:cNvSpPr>
            <a:spLocks xmlns:a="http://schemas.openxmlformats.org/drawingml/2006/main" noGrp="1"/>
          </p:cNvSpPr>
          <p:nvPr/>
        </p:nvSpPr>
        <p:spPr>
          <a:xfrm xmlns:a="http://schemas.openxmlformats.org/drawingml/2006/main">
            <a:off x="0" y="6629400"/>
            <a:ext cx="3048000" cy="228600"/>
          </a:xfrm>
          <a:prstGeom xmlns:a="http://schemas.openxmlformats.org/drawingml/2006/main" prst="rect">
            <a:avLst/>
          </a:prstGeom>
          <a:solidFill xmlns:a="http://schemas.openxmlformats.org/drawingml/2006/main">
            <a:srgbClr val="C4C5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5" name="footer-center">
            <a:extLst xmlns:a="http://schemas.openxmlformats.org/drawingml/2006/main">
              <a:ext uri="{FF2B5EF4-FFF2-40B4-BE49-F238E27FC236}">
                <a16:creationId xmlns:a16="http://schemas.microsoft.com/office/drawing/2014/main" id="{3291C245-9EF8-48EF-8886-1F6D4FA2D6FA}"/>
              </a:ext>
            </a:extLst>
          </p:cNvPr>
          <p:cNvSpPr>
            <a:spLocks xmlns:a="http://schemas.openxmlformats.org/drawingml/2006/main" noGrp="1"/>
          </p:cNvSpPr>
          <p:nvPr/>
        </p:nvSpPr>
        <p:spPr>
          <a:xfrm xmlns:a="http://schemas.openxmlformats.org/drawingml/2006/main">
            <a:off x="3048000" y="6629400"/>
            <a:ext cx="3048000" cy="228600"/>
          </a:xfrm>
          <a:prstGeom xmlns:a="http://schemas.openxmlformats.org/drawingml/2006/main" prst="rect">
            <a:avLst/>
          </a:prstGeom>
          <a:solidFill xmlns:a="http://schemas.openxmlformats.org/drawingml/2006/main">
            <a:srgbClr val="B8BBD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6" name="footer-right">
            <a:extLst xmlns:a="http://schemas.openxmlformats.org/drawingml/2006/main">
              <a:ext uri="{FF2B5EF4-FFF2-40B4-BE49-F238E27FC236}">
                <a16:creationId xmlns:a16="http://schemas.microsoft.com/office/drawing/2014/main" id="{7F8F2CD1-8495-4737-9F9C-447B1C550B03}"/>
              </a:ext>
            </a:extLst>
          </p:cNvPr>
          <p:cNvSpPr>
            <a:spLocks xmlns:a="http://schemas.openxmlformats.org/drawingml/2006/main" noGrp="1"/>
          </p:cNvSpPr>
          <p:nvPr/>
        </p:nvSpPr>
        <p:spPr>
          <a:xfrm xmlns:a="http://schemas.openxmlformats.org/drawingml/2006/main">
            <a:off x="6096000" y="6629400"/>
            <a:ext cx="2476500" cy="228600"/>
          </a:xfrm>
          <a:prstGeom xmlns:a="http://schemas.openxmlformats.org/drawingml/2006/main" prst="rect">
            <a:avLst/>
          </a:prstGeom>
          <a:solidFill xmlns:a="http://schemas.openxmlformats.org/drawingml/2006/main">
            <a:srgbClr val="C4C5E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7" name="footer-page">
            <a:extLst xmlns:a="http://schemas.openxmlformats.org/drawingml/2006/main">
              <a:ext uri="{FF2B5EF4-FFF2-40B4-BE49-F238E27FC236}">
                <a16:creationId xmlns:a16="http://schemas.microsoft.com/office/drawing/2014/main" id="{D37BF956-1AC4-4C13-AEFF-FB7CFFDE8B39}"/>
              </a:ext>
            </a:extLst>
          </p:cNvPr>
          <p:cNvSpPr>
            <a:spLocks xmlns:a="http://schemas.openxmlformats.org/drawingml/2006/main" noGrp="1"/>
          </p:cNvSpPr>
          <p:nvPr/>
        </p:nvSpPr>
        <p:spPr>
          <a:xfrm xmlns:a="http://schemas.openxmlformats.org/drawingml/2006/main">
            <a:off x="8572500" y="6629400"/>
            <a:ext cx="571500" cy="228600"/>
          </a:xfrm>
          <a:prstGeom xmlns:a="http://schemas.openxmlformats.org/drawingml/2006/main" prst="rect">
            <a:avLst/>
          </a:prstGeom>
          <a:solidFill xmlns:a="http://schemas.openxmlformats.org/drawingml/2006/main">
            <a:srgbClr val="B8BBD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9" name="矩形 38">
            <a:extLst xmlns:a="http://schemas.openxmlformats.org/drawingml/2006/main">
              <a:ext uri="{FF2B5EF4-FFF2-40B4-BE49-F238E27FC236}">
                <a16:creationId xmlns:a16="http://schemas.microsoft.com/office/drawing/2014/main" id="{5E28BA6D-0516-4096-A1F8-90139C996190}"/>
              </a:ext>
            </a:extLst>
          </p:cNvPr>
          <p:cNvSpPr>
            <a:spLocks xmlns:a="http://schemas.openxmlformats.org/drawingml/2006/main" noGrp="1"/>
          </p:cNvSpPr>
          <p:nvPr/>
        </p:nvSpPr>
        <p:spPr>
          <a:xfrm xmlns:a="http://schemas.openxmlformats.org/drawingml/2006/main">
            <a:off x="3810000" y="66294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EE5110/EE6110</a:t>
            </a:r>
            <a:endParaRPr sz="1050" b="0" i="0">
              <a:solidFill>
                <a:srgbClr val="242424"/>
              </a:solidFill>
              <a:latin typeface="Arial"/>
              <a:ea typeface="Arial"/>
              <a:cs typeface="Arial"/>
            </a:endParaRPr>
          </a:p>
        </p:txBody>
      </p:sp>
      <p:sp>
        <p:nvSpPr>
          <p:cNvPr id="40" name="矩形 39">
            <a:extLst xmlns:a="http://schemas.openxmlformats.org/drawingml/2006/main">
              <a:ext uri="{FF2B5EF4-FFF2-40B4-BE49-F238E27FC236}">
                <a16:creationId xmlns:a16="http://schemas.microsoft.com/office/drawing/2014/main" id="{D9840B7F-97AA-490D-AADD-67CAB95D911A}"/>
              </a:ext>
            </a:extLst>
          </p:cNvPr>
          <p:cNvSpPr>
            <a:spLocks xmlns:a="http://schemas.openxmlformats.org/drawingml/2006/main" noGrp="1"/>
          </p:cNvSpPr>
          <p:nvPr/>
        </p:nvSpPr>
        <p:spPr>
          <a:xfrm xmlns:a="http://schemas.openxmlformats.org/drawingml/2006/main">
            <a:off x="6572250" y="66294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975" b="0" i="0">
                <a:solidFill>
                  <a:srgbClr val="242424"/>
                </a:solidFill>
                <a:latin typeface="Arial"/>
                <a:ea typeface="Arial"/>
                <a:cs typeface="Arial"/>
              </a:defRPr>
            </a:pPr>
            <a:r>
              <a:rPr sz="975" b="0" i="0">
                <a:solidFill>
                  <a:srgbClr val="242424"/>
                </a:solidFill>
                <a:latin typeface="Arial"/>
                <a:ea typeface="Arial"/>
                <a:cs typeface="Arial"/>
              </a:rPr>
              <a:t>Event Camera Simulator</a:t>
            </a:r>
            <a:endParaRPr sz="975" b="0" i="0">
              <a:solidFill>
                <a:srgbClr val="242424"/>
              </a:solidFill>
              <a:latin typeface="Arial"/>
              <a:ea typeface="Arial"/>
              <a:cs typeface="Arial"/>
            </a:endParaRPr>
          </a:p>
        </p:txBody>
      </p:sp>
      <p:sp>
        <p:nvSpPr>
          <p:cNvPr id="41" name="矩形 40">
            <a:extLst xmlns:a="http://schemas.openxmlformats.org/drawingml/2006/main">
              <a:ext uri="{FF2B5EF4-FFF2-40B4-BE49-F238E27FC236}">
                <a16:creationId xmlns:a16="http://schemas.microsoft.com/office/drawing/2014/main" id="{D984BAED-D894-4E86-8C77-974029EBECE5}"/>
              </a:ext>
            </a:extLst>
          </p:cNvPr>
          <p:cNvSpPr>
            <a:spLocks xmlns:a="http://schemas.openxmlformats.org/drawingml/2006/main" noGrp="1"/>
          </p:cNvSpPr>
          <p:nvPr/>
        </p:nvSpPr>
        <p:spPr>
          <a:xfrm xmlns:a="http://schemas.openxmlformats.org/drawingml/2006/main">
            <a:off x="8677275" y="66294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21</a:t>
            </a:r>
            <a:endParaRPr sz="1050" b="0" i="0">
              <a:solidFill>
                <a:srgbClr val="242424"/>
              </a:solidFill>
              <a:latin typeface="Arial"/>
              <a:ea typeface="Arial"/>
              <a:cs typeface="Arial"/>
            </a:endParaRPr>
          </a:p>
        </p:txBody>
      </p:sp>
      <p:sp>
        <p:nvSpPr>
          <p:cNvPr id="14" name="矩形 13">
            <a:extLst xmlns:a="http://schemas.openxmlformats.org/drawingml/2006/main">
              <a:ext uri="{FF2B5EF4-FFF2-40B4-BE49-F238E27FC236}">
                <a16:creationId xmlns:a16="http://schemas.microsoft.com/office/drawing/2014/main" id="{8CC6AEA1-3C4F-4CDC-85B4-10A91871F1DB}"/>
              </a:ext>
            </a:extLst>
          </p:cNvPr>
          <p:cNvSpPr>
            <a:spLocks xmlns:a="http://schemas.openxmlformats.org/drawingml/2006/main" noGrp="1"/>
          </p:cNvSpPr>
          <p:nvPr/>
        </p:nvSpPr>
        <p:spPr>
          <a:xfrm xmlns:a="http://schemas.openxmlformats.org/drawingml/2006/main">
            <a:off x="904875" y="66294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0000"/>
              </a:lnSpc>
              <a:buNone/>
              <a:defRPr sz="1050" b="0" i="0">
                <a:solidFill>
                  <a:srgbClr val="242424"/>
                </a:solidFill>
                <a:latin typeface="Arial"/>
                <a:ea typeface="Arial"/>
                <a:cs typeface="Arial"/>
              </a:defRPr>
            </a:pPr>
            <a:r>
              <a:rPr sz="1050" b="0" i="0">
                <a:solidFill>
                  <a:srgbClr val="242424"/>
                </a:solidFill>
                <a:latin typeface="Arial"/>
                <a:ea typeface="Arial"/>
                <a:cs typeface="Arial"/>
              </a:rPr>
              <a:t>Group</a:t>
            </a:r>
            <a:r>
              <a:rPr sz="1050" b="0" i="0">
                <a:solidFill>
                  <a:srgbClr val="242424"/>
                </a:solidFill>
                <a:latin typeface="Arial"/>
                <a:ea typeface="Arial"/>
                <a:cs typeface="Arial"/>
              </a:rPr>
              <a:t> 1</a:t>
            </a:r>
            <a:r>
              <a:rPr sz="1050" b="0" i="0">
                <a:solidFill>
                  <a:srgbClr val="242424"/>
                </a:solidFill>
                <a:latin typeface="Arial"/>
                <a:ea typeface="Arial"/>
                <a:cs typeface="Arial"/>
              </a:rPr>
              <a:t>3</a:t>
            </a:r>
            <a:endParaRPr sz="1050" b="0" i="0">
              <a:solidFill>
                <a:srgbClr val="242424"/>
              </a:solidFill>
              <a:latin typeface="Arial"/>
              <a:ea typeface="Arial"/>
              <a:cs typeface="Arial"/>
            </a:endParaRPr>
          </a:p>
        </p:txBody>
      </p:sp>
      <p:sp>
        <p:nvSpPr>
          <p:cNvPr id="43" name="reference-number-1">
            <a:extLst xmlns:a="http://schemas.openxmlformats.org/drawingml/2006/main">
              <a:ext uri="{FF2B5EF4-FFF2-40B4-BE49-F238E27FC236}">
                <a16:creationId xmlns:a16="http://schemas.microsoft.com/office/drawing/2014/main" id="{6F1803A3-29F9-421E-B400-AA1A47B73C81}"/>
              </a:ext>
            </a:extLst>
          </p:cNvPr>
          <p:cNvSpPr>
            <a:spLocks xmlns:a="http://schemas.openxmlformats.org/drawingml/2006/main" noGrp="1"/>
          </p:cNvSpPr>
          <p:nvPr/>
        </p:nvSpPr>
        <p:spPr>
          <a:xfrm xmlns:a="http://schemas.openxmlformats.org/drawingml/2006/main">
            <a:off x="552450" y="1143000"/>
            <a:ext cx="47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1">
                <a:solidFill>
                  <a:srgbClr val="C8180A"/>
                </a:solidFill>
                <a:latin typeface="Arial"/>
                <a:ea typeface="Arial"/>
                <a:cs typeface="Arial"/>
              </a:defRPr>
            </a:pPr>
            <a:r>
              <a:rPr sz="1425" b="1">
                <a:solidFill>
                  <a:srgbClr val="C8180A"/>
                </a:solidFill>
                <a:latin typeface="Arial"/>
                <a:ea typeface="Arial"/>
                <a:cs typeface="Arial"/>
              </a:rPr>
              <a:t>[1]</a:t>
            </a:r>
          </a:p>
        </p:txBody>
      </p:sp>
      <p:sp>
        <p:nvSpPr>
          <p:cNvPr id="44" name="reference-citation-1">
            <a:extLst xmlns:a="http://schemas.openxmlformats.org/drawingml/2006/main">
              <a:ext uri="{FF2B5EF4-FFF2-40B4-BE49-F238E27FC236}">
                <a16:creationId xmlns:a16="http://schemas.microsoft.com/office/drawing/2014/main" id="{4BB57003-858E-4D2D-AD06-07B82B78E35A}"/>
              </a:ext>
            </a:extLst>
          </p:cNvPr>
          <p:cNvSpPr>
            <a:spLocks xmlns:a="http://schemas.openxmlformats.org/drawingml/2006/main" noGrp="1"/>
          </p:cNvSpPr>
          <p:nvPr/>
        </p:nvSpPr>
        <p:spPr>
          <a:xfrm xmlns:a="http://schemas.openxmlformats.org/drawingml/2006/main">
            <a:off x="1104900" y="1143000"/>
            <a:ext cx="74866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0">
                <a:solidFill>
                  <a:srgbClr val="242424"/>
                </a:solidFill>
                <a:latin typeface="Arial"/>
                <a:ea typeface="Arial"/>
                <a:cs typeface="Arial"/>
              </a:defRPr>
            </a:pPr>
            <a:r>
              <a:rPr sz="1200" b="0">
                <a:solidFill>
                  <a:srgbClr val="242424"/>
                </a:solidFill>
                <a:latin typeface="Arial"/>
                <a:ea typeface="Arial"/>
                <a:cs typeface="Arial"/>
              </a:rPr>
              <a:t>G. Gallego et al., "Event-Based Vision: A Survey," IEEE Transactions on Pattern Analysis and Machine Intelligence, vol. 44, no. 1, pp. 154-180, 2022.</a:t>
            </a:r>
          </a:p>
        </p:txBody>
      </p:sp>
      <p:sp>
        <p:nvSpPr>
          <p:cNvPr id="45" name="reference-doi-1">
            <a:extLst xmlns:a="http://schemas.openxmlformats.org/drawingml/2006/main">
              <a:ext uri="{FF2B5EF4-FFF2-40B4-BE49-F238E27FC236}">
                <a16:creationId xmlns:a16="http://schemas.microsoft.com/office/drawing/2014/main" id="{8A1C74D2-637D-4D4E-A1B8-4BECE47E1F52}"/>
              </a:ext>
            </a:extLst>
          </p:cNvPr>
          <p:cNvSpPr>
            <a:spLocks xmlns:a="http://schemas.openxmlformats.org/drawingml/2006/main" noGrp="1"/>
          </p:cNvSpPr>
          <p:nvPr/>
        </p:nvSpPr>
        <p:spPr>
          <a:xfrm xmlns:a="http://schemas.openxmlformats.org/drawingml/2006/main">
            <a:off x="1104900" y="1771650"/>
            <a:ext cx="7486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1670C1"/>
                </a:solidFill>
                <a:latin typeface="Arial"/>
                <a:ea typeface="Arial"/>
                <a:cs typeface="Arial"/>
              </a:defRPr>
            </a:pPr>
            <a:r>
              <a:rPr sz="975" b="0">
                <a:solidFill>
                  <a:srgbClr val="1670C1"/>
                </a:solidFill>
                <a:latin typeface="Arial"/>
                <a:ea typeface="Arial"/>
                <a:cs typeface="Arial"/>
              </a:rPr>
              <a:t>doi: 10.1109/TPAMI.2020.3008413</a:t>
            </a:r>
          </a:p>
        </p:txBody>
      </p:sp>
      <p:sp>
        <p:nvSpPr>
          <p:cNvPr id="46" name="reference-rule-1">
            <a:extLst xmlns:a="http://schemas.openxmlformats.org/drawingml/2006/main">
              <a:ext uri="{FF2B5EF4-FFF2-40B4-BE49-F238E27FC236}">
                <a16:creationId xmlns:a16="http://schemas.microsoft.com/office/drawing/2014/main" id="{7A5EC578-6A46-4FF3-A4C8-CC39E872F453}"/>
              </a:ext>
            </a:extLst>
          </p:cNvPr>
          <p:cNvSpPr>
            <a:spLocks xmlns:a="http://schemas.openxmlformats.org/drawingml/2006/main" noGrp="1"/>
          </p:cNvSpPr>
          <p:nvPr/>
        </p:nvSpPr>
        <p:spPr>
          <a:xfrm xmlns:a="http://schemas.openxmlformats.org/drawingml/2006/main">
            <a:off x="1104900" y="2057400"/>
            <a:ext cx="7486650" cy="0"/>
          </a:xfrm>
          <a:prstGeom xmlns:a="http://schemas.openxmlformats.org/drawingml/2006/main" prst="line">
            <a:avLst/>
          </a:prstGeom>
          <a:noFill xmlns:a="http://schemas.openxmlformats.org/drawingml/2006/main"/>
          <a:ln xmlns:a="http://schemas.openxmlformats.org/drawingml/2006/main" w="9525">
            <a:solidFill>
              <a:srgbClr val="D7DDE3"/>
            </a:solidFill>
          </a:ln>
        </p:spPr>
      </p:sp>
      <p:sp>
        <p:nvSpPr>
          <p:cNvPr id="47" name="reference-number-2">
            <a:extLst xmlns:a="http://schemas.openxmlformats.org/drawingml/2006/main">
              <a:ext uri="{FF2B5EF4-FFF2-40B4-BE49-F238E27FC236}">
                <a16:creationId xmlns:a16="http://schemas.microsoft.com/office/drawing/2014/main" id="{BFFCAEFD-EE03-4EEB-B89D-D4C293D95FE1}"/>
              </a:ext>
            </a:extLst>
          </p:cNvPr>
          <p:cNvSpPr>
            <a:spLocks xmlns:a="http://schemas.openxmlformats.org/drawingml/2006/main" noGrp="1"/>
          </p:cNvSpPr>
          <p:nvPr/>
        </p:nvSpPr>
        <p:spPr>
          <a:xfrm xmlns:a="http://schemas.openxmlformats.org/drawingml/2006/main">
            <a:off x="552450" y="2152650"/>
            <a:ext cx="47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1">
                <a:solidFill>
                  <a:srgbClr val="C8180A"/>
                </a:solidFill>
                <a:latin typeface="Arial"/>
                <a:ea typeface="Arial"/>
                <a:cs typeface="Arial"/>
              </a:defRPr>
            </a:pPr>
            <a:r>
              <a:rPr sz="1425" b="1">
                <a:solidFill>
                  <a:srgbClr val="C8180A"/>
                </a:solidFill>
                <a:latin typeface="Arial"/>
                <a:ea typeface="Arial"/>
                <a:cs typeface="Arial"/>
              </a:rPr>
              <a:t>[2]</a:t>
            </a:r>
          </a:p>
        </p:txBody>
      </p:sp>
      <p:sp>
        <p:nvSpPr>
          <p:cNvPr id="48" name="reference-citation-2">
            <a:extLst xmlns:a="http://schemas.openxmlformats.org/drawingml/2006/main">
              <a:ext uri="{FF2B5EF4-FFF2-40B4-BE49-F238E27FC236}">
                <a16:creationId xmlns:a16="http://schemas.microsoft.com/office/drawing/2014/main" id="{F06DC4E2-135B-4B88-B578-EE0D85855F16}"/>
              </a:ext>
            </a:extLst>
          </p:cNvPr>
          <p:cNvSpPr>
            <a:spLocks xmlns:a="http://schemas.openxmlformats.org/drawingml/2006/main" noGrp="1"/>
          </p:cNvSpPr>
          <p:nvPr/>
        </p:nvSpPr>
        <p:spPr>
          <a:xfrm xmlns:a="http://schemas.openxmlformats.org/drawingml/2006/main">
            <a:off x="1104900" y="2152650"/>
            <a:ext cx="74866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0">
                <a:solidFill>
                  <a:srgbClr val="242424"/>
                </a:solidFill>
                <a:latin typeface="Arial"/>
                <a:ea typeface="Arial"/>
                <a:cs typeface="Arial"/>
              </a:defRPr>
            </a:pPr>
            <a:r>
              <a:rPr sz="1200" b="0">
                <a:solidFill>
                  <a:srgbClr val="242424"/>
                </a:solidFill>
                <a:latin typeface="Arial"/>
                <a:ea typeface="Arial"/>
                <a:cs typeface="Arial"/>
              </a:rPr>
              <a:t>P. Lichtsteiner, C. Posch, and T. Delbruck, "A 128 x 128 120 dB 15 us Latency Asynchronous Temporal Contrast Vision Sensor," IEEE Journal of Solid-State Circuits, vol. 43, no. 2, pp. 566-576, 2008.</a:t>
            </a:r>
          </a:p>
        </p:txBody>
      </p:sp>
      <p:sp>
        <p:nvSpPr>
          <p:cNvPr id="49" name="reference-doi-2">
            <a:extLst xmlns:a="http://schemas.openxmlformats.org/drawingml/2006/main">
              <a:ext uri="{FF2B5EF4-FFF2-40B4-BE49-F238E27FC236}">
                <a16:creationId xmlns:a16="http://schemas.microsoft.com/office/drawing/2014/main" id="{94E1714B-217F-4240-8CF4-257D0EDF3D78}"/>
              </a:ext>
            </a:extLst>
          </p:cNvPr>
          <p:cNvSpPr>
            <a:spLocks xmlns:a="http://schemas.openxmlformats.org/drawingml/2006/main" noGrp="1"/>
          </p:cNvSpPr>
          <p:nvPr/>
        </p:nvSpPr>
        <p:spPr>
          <a:xfrm xmlns:a="http://schemas.openxmlformats.org/drawingml/2006/main">
            <a:off x="1104900" y="2781300"/>
            <a:ext cx="7486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1670C1"/>
                </a:solidFill>
                <a:latin typeface="Arial"/>
                <a:ea typeface="Arial"/>
                <a:cs typeface="Arial"/>
              </a:defRPr>
            </a:pPr>
            <a:r>
              <a:rPr sz="975" b="0">
                <a:solidFill>
                  <a:srgbClr val="1670C1"/>
                </a:solidFill>
                <a:latin typeface="Arial"/>
                <a:ea typeface="Arial"/>
                <a:cs typeface="Arial"/>
              </a:rPr>
              <a:t>doi: 10.1109/JSSC.2007.914337</a:t>
            </a:r>
          </a:p>
        </p:txBody>
      </p:sp>
      <p:sp>
        <p:nvSpPr>
          <p:cNvPr id="50" name="reference-rule-2">
            <a:extLst xmlns:a="http://schemas.openxmlformats.org/drawingml/2006/main">
              <a:ext uri="{FF2B5EF4-FFF2-40B4-BE49-F238E27FC236}">
                <a16:creationId xmlns:a16="http://schemas.microsoft.com/office/drawing/2014/main" id="{6E349EBE-8418-4A4B-BBAA-757923655069}"/>
              </a:ext>
            </a:extLst>
          </p:cNvPr>
          <p:cNvSpPr>
            <a:spLocks xmlns:a="http://schemas.openxmlformats.org/drawingml/2006/main" noGrp="1"/>
          </p:cNvSpPr>
          <p:nvPr/>
        </p:nvSpPr>
        <p:spPr>
          <a:xfrm xmlns:a="http://schemas.openxmlformats.org/drawingml/2006/main">
            <a:off x="1104900" y="3067050"/>
            <a:ext cx="7486650" cy="0"/>
          </a:xfrm>
          <a:prstGeom xmlns:a="http://schemas.openxmlformats.org/drawingml/2006/main" prst="line">
            <a:avLst/>
          </a:prstGeom>
          <a:noFill xmlns:a="http://schemas.openxmlformats.org/drawingml/2006/main"/>
          <a:ln xmlns:a="http://schemas.openxmlformats.org/drawingml/2006/main" w="9525">
            <a:solidFill>
              <a:srgbClr val="D7DDE3"/>
            </a:solidFill>
          </a:ln>
        </p:spPr>
      </p:sp>
      <p:sp>
        <p:nvSpPr>
          <p:cNvPr id="51" name="reference-number-3">
            <a:extLst xmlns:a="http://schemas.openxmlformats.org/drawingml/2006/main">
              <a:ext uri="{FF2B5EF4-FFF2-40B4-BE49-F238E27FC236}">
                <a16:creationId xmlns:a16="http://schemas.microsoft.com/office/drawing/2014/main" id="{35138252-6CBD-4DB1-A9CA-86AEA34B6260}"/>
              </a:ext>
            </a:extLst>
          </p:cNvPr>
          <p:cNvSpPr>
            <a:spLocks xmlns:a="http://schemas.openxmlformats.org/drawingml/2006/main" noGrp="1"/>
          </p:cNvSpPr>
          <p:nvPr/>
        </p:nvSpPr>
        <p:spPr>
          <a:xfrm xmlns:a="http://schemas.openxmlformats.org/drawingml/2006/main">
            <a:off x="552450" y="3162300"/>
            <a:ext cx="47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1">
                <a:solidFill>
                  <a:srgbClr val="C8180A"/>
                </a:solidFill>
                <a:latin typeface="Arial"/>
                <a:ea typeface="Arial"/>
                <a:cs typeface="Arial"/>
              </a:defRPr>
            </a:pPr>
            <a:r>
              <a:rPr sz="1425" b="1">
                <a:solidFill>
                  <a:srgbClr val="C8180A"/>
                </a:solidFill>
                <a:latin typeface="Arial"/>
                <a:ea typeface="Arial"/>
                <a:cs typeface="Arial"/>
              </a:rPr>
              <a:t>[3]</a:t>
            </a:r>
          </a:p>
        </p:txBody>
      </p:sp>
      <p:sp>
        <p:nvSpPr>
          <p:cNvPr id="52" name="reference-citation-3">
            <a:extLst xmlns:a="http://schemas.openxmlformats.org/drawingml/2006/main">
              <a:ext uri="{FF2B5EF4-FFF2-40B4-BE49-F238E27FC236}">
                <a16:creationId xmlns:a16="http://schemas.microsoft.com/office/drawing/2014/main" id="{CC9BD101-1DD1-4437-A885-AFFD4F943174}"/>
              </a:ext>
            </a:extLst>
          </p:cNvPr>
          <p:cNvSpPr>
            <a:spLocks xmlns:a="http://schemas.openxmlformats.org/drawingml/2006/main" noGrp="1"/>
          </p:cNvSpPr>
          <p:nvPr/>
        </p:nvSpPr>
        <p:spPr>
          <a:xfrm xmlns:a="http://schemas.openxmlformats.org/drawingml/2006/main">
            <a:off x="1104900" y="3162300"/>
            <a:ext cx="74866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0">
                <a:solidFill>
                  <a:srgbClr val="242424"/>
                </a:solidFill>
                <a:latin typeface="Arial"/>
                <a:ea typeface="Arial"/>
                <a:cs typeface="Arial"/>
              </a:defRPr>
            </a:pPr>
            <a:r>
              <a:rPr sz="1200" b="0">
                <a:solidFill>
                  <a:srgbClr val="242424"/>
                </a:solidFill>
                <a:latin typeface="Arial"/>
                <a:ea typeface="Arial"/>
                <a:cs typeface="Arial"/>
              </a:rPr>
              <a:t>E. Mueggler, H. Rebecq, G. Gallego, T. Delbruck, and D. Scaramuzza, "The Event-Camera Dataset and Simulator," The International Journal of Robotics Research, vol. 36, no. 2, pp. 142-149, 2017.</a:t>
            </a:r>
          </a:p>
        </p:txBody>
      </p:sp>
      <p:sp>
        <p:nvSpPr>
          <p:cNvPr id="53" name="reference-doi-3">
            <a:extLst xmlns:a="http://schemas.openxmlformats.org/drawingml/2006/main">
              <a:ext uri="{FF2B5EF4-FFF2-40B4-BE49-F238E27FC236}">
                <a16:creationId xmlns:a16="http://schemas.microsoft.com/office/drawing/2014/main" id="{0A7398F2-8B3E-41FD-A379-B46AD63FEC88}"/>
              </a:ext>
            </a:extLst>
          </p:cNvPr>
          <p:cNvSpPr>
            <a:spLocks xmlns:a="http://schemas.openxmlformats.org/drawingml/2006/main" noGrp="1"/>
          </p:cNvSpPr>
          <p:nvPr/>
        </p:nvSpPr>
        <p:spPr>
          <a:xfrm xmlns:a="http://schemas.openxmlformats.org/drawingml/2006/main">
            <a:off x="1104900" y="3790950"/>
            <a:ext cx="7486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1670C1"/>
                </a:solidFill>
                <a:latin typeface="Arial"/>
                <a:ea typeface="Arial"/>
                <a:cs typeface="Arial"/>
              </a:defRPr>
            </a:pPr>
            <a:r>
              <a:rPr sz="975" b="0">
                <a:solidFill>
                  <a:srgbClr val="1670C1"/>
                </a:solidFill>
                <a:latin typeface="Arial"/>
                <a:ea typeface="Arial"/>
                <a:cs typeface="Arial"/>
              </a:rPr>
              <a:t>doi: 10.1177/0278364917691115</a:t>
            </a:r>
          </a:p>
        </p:txBody>
      </p:sp>
      <p:sp>
        <p:nvSpPr>
          <p:cNvPr id="54" name="reference-rule-3">
            <a:extLst xmlns:a="http://schemas.openxmlformats.org/drawingml/2006/main">
              <a:ext uri="{FF2B5EF4-FFF2-40B4-BE49-F238E27FC236}">
                <a16:creationId xmlns:a16="http://schemas.microsoft.com/office/drawing/2014/main" id="{3F306969-99BC-4BD4-A49A-296ED24397D2}"/>
              </a:ext>
            </a:extLst>
          </p:cNvPr>
          <p:cNvSpPr>
            <a:spLocks xmlns:a="http://schemas.openxmlformats.org/drawingml/2006/main" noGrp="1"/>
          </p:cNvSpPr>
          <p:nvPr/>
        </p:nvSpPr>
        <p:spPr>
          <a:xfrm xmlns:a="http://schemas.openxmlformats.org/drawingml/2006/main">
            <a:off x="1104900" y="4076700"/>
            <a:ext cx="7486650" cy="0"/>
          </a:xfrm>
          <a:prstGeom xmlns:a="http://schemas.openxmlformats.org/drawingml/2006/main" prst="line">
            <a:avLst/>
          </a:prstGeom>
          <a:noFill xmlns:a="http://schemas.openxmlformats.org/drawingml/2006/main"/>
          <a:ln xmlns:a="http://schemas.openxmlformats.org/drawingml/2006/main" w="9525">
            <a:solidFill>
              <a:srgbClr val="D7DDE3"/>
            </a:solidFill>
          </a:ln>
        </p:spPr>
      </p:sp>
      <p:sp>
        <p:nvSpPr>
          <p:cNvPr id="55" name="reference-number-4">
            <a:extLst xmlns:a="http://schemas.openxmlformats.org/drawingml/2006/main">
              <a:ext uri="{FF2B5EF4-FFF2-40B4-BE49-F238E27FC236}">
                <a16:creationId xmlns:a16="http://schemas.microsoft.com/office/drawing/2014/main" id="{5B319DC8-3641-49E3-88DB-D79089ED8B1C}"/>
              </a:ext>
            </a:extLst>
          </p:cNvPr>
          <p:cNvSpPr>
            <a:spLocks xmlns:a="http://schemas.openxmlformats.org/drawingml/2006/main" noGrp="1"/>
          </p:cNvSpPr>
          <p:nvPr/>
        </p:nvSpPr>
        <p:spPr>
          <a:xfrm xmlns:a="http://schemas.openxmlformats.org/drawingml/2006/main">
            <a:off x="552450" y="4171950"/>
            <a:ext cx="47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1">
                <a:solidFill>
                  <a:srgbClr val="C8180A"/>
                </a:solidFill>
                <a:latin typeface="Arial"/>
                <a:ea typeface="Arial"/>
                <a:cs typeface="Arial"/>
              </a:defRPr>
            </a:pPr>
            <a:r>
              <a:rPr sz="1425" b="1">
                <a:solidFill>
                  <a:srgbClr val="C8180A"/>
                </a:solidFill>
                <a:latin typeface="Arial"/>
                <a:ea typeface="Arial"/>
                <a:cs typeface="Arial"/>
              </a:rPr>
              <a:t>[4]</a:t>
            </a:r>
          </a:p>
        </p:txBody>
      </p:sp>
      <p:sp>
        <p:nvSpPr>
          <p:cNvPr id="56" name="reference-citation-4">
            <a:extLst xmlns:a="http://schemas.openxmlformats.org/drawingml/2006/main">
              <a:ext uri="{FF2B5EF4-FFF2-40B4-BE49-F238E27FC236}">
                <a16:creationId xmlns:a16="http://schemas.microsoft.com/office/drawing/2014/main" id="{3E75C5E2-909F-467B-9CBD-08664536C50D}"/>
              </a:ext>
            </a:extLst>
          </p:cNvPr>
          <p:cNvSpPr>
            <a:spLocks xmlns:a="http://schemas.openxmlformats.org/drawingml/2006/main" noGrp="1"/>
          </p:cNvSpPr>
          <p:nvPr/>
        </p:nvSpPr>
        <p:spPr>
          <a:xfrm xmlns:a="http://schemas.openxmlformats.org/drawingml/2006/main">
            <a:off x="1104900" y="4171950"/>
            <a:ext cx="74866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0">
                <a:solidFill>
                  <a:srgbClr val="242424"/>
                </a:solidFill>
                <a:latin typeface="Arial"/>
                <a:ea typeface="Arial"/>
                <a:cs typeface="Arial"/>
              </a:defRPr>
            </a:pPr>
            <a:r>
              <a:rPr sz="1200" b="0">
                <a:solidFill>
                  <a:srgbClr val="242424"/>
                </a:solidFill>
                <a:latin typeface="Arial"/>
                <a:ea typeface="Arial"/>
                <a:cs typeface="Arial"/>
              </a:rPr>
              <a:t>H. Rebecq, D. Gehrig, and D. Scaramuzza, "ESIM: An Open Event Camera Simulator," Proceedings of the 2nd Conference on Robot Learning, PMLR 87, pp. 969-982, 2018.</a:t>
            </a:r>
          </a:p>
        </p:txBody>
      </p:sp>
      <p:sp>
        <p:nvSpPr>
          <p:cNvPr id="57" name="reference-doi-4">
            <a:extLst xmlns:a="http://schemas.openxmlformats.org/drawingml/2006/main">
              <a:ext uri="{FF2B5EF4-FFF2-40B4-BE49-F238E27FC236}">
                <a16:creationId xmlns:a16="http://schemas.microsoft.com/office/drawing/2014/main" id="{F6F9F45D-5C25-4C74-822D-4C82C702D18D}"/>
              </a:ext>
            </a:extLst>
          </p:cNvPr>
          <p:cNvSpPr>
            <a:spLocks xmlns:a="http://schemas.openxmlformats.org/drawingml/2006/main" noGrp="1"/>
          </p:cNvSpPr>
          <p:nvPr/>
        </p:nvSpPr>
        <p:spPr>
          <a:xfrm xmlns:a="http://schemas.openxmlformats.org/drawingml/2006/main">
            <a:off x="1104900" y="4800600"/>
            <a:ext cx="7486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1670C1"/>
                </a:solidFill>
                <a:latin typeface="Arial"/>
                <a:ea typeface="Arial"/>
                <a:cs typeface="Arial"/>
              </a:defRPr>
            </a:pPr>
            <a:r>
              <a:rPr sz="975" b="0">
                <a:solidFill>
                  <a:srgbClr val="1670C1"/>
                </a:solidFill>
                <a:latin typeface="Arial"/>
                <a:ea typeface="Arial"/>
                <a:cs typeface="Arial"/>
              </a:rPr>
              <a:t>Proceedings of Machine Learning Research, vol. 87</a:t>
            </a:r>
          </a:p>
        </p:txBody>
      </p:sp>
      <p:sp>
        <p:nvSpPr>
          <p:cNvPr id="58" name="reference-rule-4">
            <a:extLst xmlns:a="http://schemas.openxmlformats.org/drawingml/2006/main">
              <a:ext uri="{FF2B5EF4-FFF2-40B4-BE49-F238E27FC236}">
                <a16:creationId xmlns:a16="http://schemas.microsoft.com/office/drawing/2014/main" id="{CD229DFC-CAE2-4E64-B578-DDC3C700C6C5}"/>
              </a:ext>
            </a:extLst>
          </p:cNvPr>
          <p:cNvSpPr>
            <a:spLocks xmlns:a="http://schemas.openxmlformats.org/drawingml/2006/main" noGrp="1"/>
          </p:cNvSpPr>
          <p:nvPr/>
        </p:nvSpPr>
        <p:spPr>
          <a:xfrm xmlns:a="http://schemas.openxmlformats.org/drawingml/2006/main">
            <a:off x="1104900" y="5086350"/>
            <a:ext cx="7486650" cy="0"/>
          </a:xfrm>
          <a:prstGeom xmlns:a="http://schemas.openxmlformats.org/drawingml/2006/main" prst="line">
            <a:avLst/>
          </a:prstGeom>
          <a:noFill xmlns:a="http://schemas.openxmlformats.org/drawingml/2006/main"/>
          <a:ln xmlns:a="http://schemas.openxmlformats.org/drawingml/2006/main" w="9525">
            <a:solidFill>
              <a:srgbClr val="D7DDE3"/>
            </a:solidFill>
          </a:ln>
        </p:spPr>
      </p:sp>
      <p:sp>
        <p:nvSpPr>
          <p:cNvPr id="59" name="reference-number-5">
            <a:extLst xmlns:a="http://schemas.openxmlformats.org/drawingml/2006/main">
              <a:ext uri="{FF2B5EF4-FFF2-40B4-BE49-F238E27FC236}">
                <a16:creationId xmlns:a16="http://schemas.microsoft.com/office/drawing/2014/main" id="{034B8C5E-B825-45B4-9115-CE16DA30F5AB}"/>
              </a:ext>
            </a:extLst>
          </p:cNvPr>
          <p:cNvSpPr>
            <a:spLocks xmlns:a="http://schemas.openxmlformats.org/drawingml/2006/main" noGrp="1"/>
          </p:cNvSpPr>
          <p:nvPr/>
        </p:nvSpPr>
        <p:spPr>
          <a:xfrm xmlns:a="http://schemas.openxmlformats.org/drawingml/2006/main">
            <a:off x="552450" y="5181600"/>
            <a:ext cx="47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1">
                <a:solidFill>
                  <a:srgbClr val="C8180A"/>
                </a:solidFill>
                <a:latin typeface="Arial"/>
                <a:ea typeface="Arial"/>
                <a:cs typeface="Arial"/>
              </a:defRPr>
            </a:pPr>
            <a:r>
              <a:rPr sz="1425" b="1">
                <a:solidFill>
                  <a:srgbClr val="C8180A"/>
                </a:solidFill>
                <a:latin typeface="Arial"/>
                <a:ea typeface="Arial"/>
                <a:cs typeface="Arial"/>
              </a:rPr>
              <a:t>[5]</a:t>
            </a:r>
          </a:p>
        </p:txBody>
      </p:sp>
      <p:sp>
        <p:nvSpPr>
          <p:cNvPr id="60" name="reference-citation-5">
            <a:extLst xmlns:a="http://schemas.openxmlformats.org/drawingml/2006/main">
              <a:ext uri="{FF2B5EF4-FFF2-40B4-BE49-F238E27FC236}">
                <a16:creationId xmlns:a16="http://schemas.microsoft.com/office/drawing/2014/main" id="{343BEB68-E99A-46DE-9C09-5E3417602A25}"/>
              </a:ext>
            </a:extLst>
          </p:cNvPr>
          <p:cNvSpPr>
            <a:spLocks xmlns:a="http://schemas.openxmlformats.org/drawingml/2006/main" noGrp="1"/>
          </p:cNvSpPr>
          <p:nvPr/>
        </p:nvSpPr>
        <p:spPr>
          <a:xfrm xmlns:a="http://schemas.openxmlformats.org/drawingml/2006/main">
            <a:off x="1104900" y="5181600"/>
            <a:ext cx="74866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0">
                <a:solidFill>
                  <a:srgbClr val="242424"/>
                </a:solidFill>
                <a:latin typeface="Arial"/>
                <a:ea typeface="Arial"/>
                <a:cs typeface="Arial"/>
              </a:defRPr>
            </a:pPr>
            <a:r>
              <a:rPr sz="1200" b="0">
                <a:solidFill>
                  <a:srgbClr val="242424"/>
                </a:solidFill>
                <a:latin typeface="Arial"/>
                <a:ea typeface="Arial"/>
                <a:cs typeface="Arial"/>
              </a:rPr>
              <a:t>Y. Hu, S.-C. Liu, and T. Delbruck, "v2e: From Video Frames to Realistic DVS Events," IEEE/CVF Conference on Computer Vision and Pattern Recognition Workshops, pp. 1312-1321, 2021.</a:t>
            </a:r>
          </a:p>
        </p:txBody>
      </p:sp>
      <p:sp>
        <p:nvSpPr>
          <p:cNvPr id="61" name="reference-doi-5">
            <a:extLst xmlns:a="http://schemas.openxmlformats.org/drawingml/2006/main">
              <a:ext uri="{FF2B5EF4-FFF2-40B4-BE49-F238E27FC236}">
                <a16:creationId xmlns:a16="http://schemas.microsoft.com/office/drawing/2014/main" id="{4F350EE4-0A66-4B60-9731-05CAEA66CF59}"/>
              </a:ext>
            </a:extLst>
          </p:cNvPr>
          <p:cNvSpPr>
            <a:spLocks xmlns:a="http://schemas.openxmlformats.org/drawingml/2006/main" noGrp="1"/>
          </p:cNvSpPr>
          <p:nvPr/>
        </p:nvSpPr>
        <p:spPr>
          <a:xfrm xmlns:a="http://schemas.openxmlformats.org/drawingml/2006/main">
            <a:off x="1104900" y="5810250"/>
            <a:ext cx="7486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1670C1"/>
                </a:solidFill>
                <a:latin typeface="Arial"/>
                <a:ea typeface="Arial"/>
                <a:cs typeface="Arial"/>
              </a:defRPr>
            </a:pPr>
            <a:r>
              <a:rPr sz="975" b="0">
                <a:solidFill>
                  <a:srgbClr val="1670C1"/>
                </a:solidFill>
                <a:latin typeface="Arial"/>
                <a:ea typeface="Arial"/>
                <a:cs typeface="Arial"/>
              </a:rPr>
              <a:t>doi: 10.1109/CVPRW53098.2021.00144</a:t>
            </a:r>
          </a:p>
        </p:txBody>
      </p:sp>
    </p:spTree>
    <p:extLst>
      <p:ext uri="{BB962C8B-B14F-4D97-AF65-F5344CB8AC3E}">
        <p14:creationId xmlns:p14="http://schemas.microsoft.com/office/powerpoint/2010/main" val="13793247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2026-09-18T03:23:55.3830000Z</dcterms:created>
  <dcterms:modified xsi:type="dcterms:W3CDTF">2026-09-18T03:23:55.3830000Z</dcterms:modified>
</coreProperties>
</file>